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A1931"/>
              </a:gs>
              <a:gs pos="100000">
                <a:srgbClr val="0066CC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1828800"/>
            <a:ext cx="2743200" cy="2743200"/>
          </a:xfrm>
          <a:prstGeom prst="ellipse">
            <a:avLst/>
          </a:prstGeom>
          <a:solidFill>
            <a:srgbClr val="00CC99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E9E9E"/>
                </a:solidFill>
              </a:defRPr>
            </a:pPr>
            <a:r>
              <a:t>Thank You for Watching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