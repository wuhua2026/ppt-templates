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CC9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2121"/>
                </a:solidFill>
              </a:defRPr>
            </a:pPr>
            <a:r>
              <a:t>项目概述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645920"/>
            <a:ext cx="320040" cy="32004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7335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</a:defRPr>
            </a:pPr>
            <a:r>
              <a:t>项目背景与目标：明确方向，聚焦核心价值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240280"/>
            <a:ext cx="320040" cy="32004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6771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</a:defRPr>
            </a:pPr>
            <a:r>
              <a:t>技术架构设计：模块化、可扩展、高可用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834640"/>
            <a:ext cx="320040" cy="32004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529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8620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</a:defRPr>
            </a:pPr>
            <a:r>
              <a:t>实施计划：分阶段推进，确保按时交付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429000"/>
            <a:ext cx="320040" cy="32004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472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4564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</a:defRPr>
            </a:pPr>
            <a:r>
              <a:t>团队分工：跨部门协作，明确责任到人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023360"/>
            <a:ext cx="320040" cy="32004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416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05079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</a:defRPr>
            </a:pPr>
            <a:r>
              <a:t>风险控制：提前识别风险，制定应对策略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617720"/>
            <a:ext cx="320040" cy="32004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360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4515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</a:defRPr>
            </a:pPr>
            <a:r>
              <a:t>预期成果：量化目标，确保投资回报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