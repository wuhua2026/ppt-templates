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</a:defRPr>
            </a:pPr>
            <a:r>
              <a:t>企业发展历程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3771900"/>
            <a:ext cx="7680960" cy="0"/>
          </a:xfrm>
          <a:prstGeom prst="line">
            <a:avLst/>
          </a:prstGeom>
          <a:ln w="3810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94360" y="363474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731520" y="2400300"/>
            <a:ext cx="0" cy="1188720"/>
          </a:xfrm>
          <a:prstGeom prst="line">
            <a:avLst/>
          </a:prstGeom>
          <a:ln w="190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91440" y="1760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91440" y="1961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公司成立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2217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初创团队组建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363474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651760" y="3954780"/>
            <a:ext cx="0" cy="118872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5189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90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产品研发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46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核心产品上线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363474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4572000" y="2400300"/>
            <a:ext cx="0" cy="118872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49040" y="1760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1961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市场拓展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217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全国市场布局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634740"/>
            <a:ext cx="274320" cy="2743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492240" y="3954780"/>
            <a:ext cx="0" cy="118872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5189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390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A轮融资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646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完成千万融资</a:t>
            </a:r>
          </a:p>
        </p:txBody>
      </p:sp>
      <p:sp>
        <p:nvSpPr>
          <p:cNvPr id="24" name="Oval 23"/>
          <p:cNvSpPr/>
          <p:nvPr/>
        </p:nvSpPr>
        <p:spPr>
          <a:xfrm>
            <a:off x="8275320" y="3634740"/>
            <a:ext cx="274320" cy="27432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8412480" y="2400300"/>
            <a:ext cx="0" cy="1188720"/>
          </a:xfrm>
          <a:prstGeom prst="line">
            <a:avLst/>
          </a:prstGeom>
          <a:ln w="19050">
            <a:solidFill>
              <a:srgbClr val="F1C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0" y="1760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C40F"/>
                </a:solidFill>
              </a:defRPr>
            </a:pPr>
            <a: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961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国际化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217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海外市场开拓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8458200" y="3703320"/>
            <a:ext cx="137160" cy="137160"/>
          </a:xfrm>
          <a:prstGeom prst="triangle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