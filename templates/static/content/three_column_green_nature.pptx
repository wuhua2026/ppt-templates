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6A4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2B788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DAB5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