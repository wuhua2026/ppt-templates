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三大优势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7B6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高效协同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统一的主题与版式规范，跨团队协作时无需反复对齐视觉细节。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数据驱动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图表页由数据直接生成，数值变更后重新生成即可同步更新。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持续演进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新增生成器只需登记进注册表，批量脚本与目录结构自动适配。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