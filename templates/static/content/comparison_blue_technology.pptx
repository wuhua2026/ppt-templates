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方案对比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474720" cy="4572000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47472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976D2"/>
                </a:solidFill>
              </a:defRPr>
            </a:pPr>
            <a:r>
              <a:t>传统方式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164592" cy="164592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依赖人工排版，耗时且易出错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880360"/>
            <a:ext cx="164592" cy="164592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多套文档风格难以统一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520440"/>
            <a:ext cx="164592" cy="164592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74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复用需要复制粘贴再修改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188720"/>
            <a:ext cx="3474720" cy="45720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1188720"/>
            <a:ext cx="347472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53935"/>
                </a:solidFill>
              </a:defRPr>
            </a:pPr>
            <a:r>
              <a:t>本方案</a:t>
            </a:r>
          </a:p>
        </p:txBody>
      </p:sp>
      <p:sp>
        <p:nvSpPr>
          <p:cNvPr id="16" name="Oval 15"/>
          <p:cNvSpPr/>
          <p:nvPr/>
        </p:nvSpPr>
        <p:spPr>
          <a:xfrm>
            <a:off x="5394960" y="2240280"/>
            <a:ext cx="164592" cy="164592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194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脚本批量生成，分钟级交付</a:t>
            </a:r>
          </a:p>
        </p:txBody>
      </p:sp>
      <p:sp>
        <p:nvSpPr>
          <p:cNvPr id="18" name="Oval 17"/>
          <p:cNvSpPr/>
          <p:nvPr/>
        </p:nvSpPr>
        <p:spPr>
          <a:xfrm>
            <a:off x="5394960" y="2880360"/>
            <a:ext cx="164592" cy="164592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2834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七套主题保证视觉一致</a:t>
            </a:r>
          </a:p>
        </p:txBody>
      </p:sp>
      <p:sp>
        <p:nvSpPr>
          <p:cNvPr id="20" name="Oval 19"/>
          <p:cNvSpPr/>
          <p:nvPr/>
        </p:nvSpPr>
        <p:spPr>
          <a:xfrm>
            <a:off x="5394960" y="3520440"/>
            <a:ext cx="164592" cy="164592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3474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改参数即可整批重生成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53712" y="1371600"/>
            <a:ext cx="36576" cy="1645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06240" y="3108960"/>
            <a:ext cx="731520" cy="73152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331012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53712" y="3931920"/>
            <a:ext cx="36576" cy="1645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4572000" cy="274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6583680"/>
            <a:ext cx="4572000" cy="2743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