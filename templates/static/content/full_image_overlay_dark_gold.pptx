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gradFill rotWithShape="1">
            <a:gsLst>
              <a:gs pos="0">
                <a:srgbClr val="1A237E"/>
              </a:gs>
              <a:gs pos="100000">
                <a:srgbClr val="283593"/>
              </a:gs>
            </a:gsLst>
            <a:lin scaled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6400800" y="-914400"/>
            <a:ext cx="3657600" cy="3657600"/>
          </a:xfrm>
          <a:prstGeom prst="ellipse">
            <a:avLst/>
          </a:prstGeom>
          <a:solidFill>
            <a:srgbClr val="2E37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914400" y="4572000"/>
            <a:ext cx="2743200" cy="2743200"/>
          </a:xfrm>
          <a:prstGeom prst="ellipse">
            <a:avLst/>
          </a:prstGeom>
          <a:solidFill>
            <a:srgbClr val="3744A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000000">
              <a:alpha val="44999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731520"/>
            <a:ext cx="1828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6000" b="1">
                <a:solidFill>
                  <a:srgbClr val="FFFFFF"/>
                </a:solidFill>
              </a:defRPr>
            </a:pPr>
            <a: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011680"/>
            <a:ext cx="7315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</a:defRPr>
            </a:pPr>
            <a:r>
              <a:t>品牌主张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3017520"/>
            <a:ext cx="1828800" cy="36576"/>
          </a:xfrm>
          <a:prstGeom prst="rect">
            <a:avLst/>
          </a:prstGeom>
          <a:solidFill>
            <a:srgbClr val="FF6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329184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FFFFFF"/>
                </a:solidFill>
              </a:defRPr>
            </a:pPr>
            <a:r>
              <a:t>Brand Vision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3931920"/>
            <a:ext cx="64008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DCDCDC"/>
                </a:solidFill>
              </a:defRPr>
            </a:pPr>
            <a:r>
              <a:t>让每一次表达都保持一致的质感与专业度。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1828800"/>
            <a:ext cx="457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800" b="1">
                <a:solidFill>
                  <a:srgbClr val="FF6F00"/>
                </a:solidFill>
              </a:defRPr>
            </a:pPr>
            <a:r>
              <a:t>"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6217920"/>
            <a:ext cx="9144000" cy="640080"/>
          </a:xfrm>
          <a:prstGeom prst="rect">
            <a:avLst/>
          </a:prstGeom>
          <a:solidFill>
            <a:srgbClr val="000000">
              <a:alpha val="7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630936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8C8C8"/>
                </a:solidFill>
              </a:defRPr>
            </a:pPr>
            <a:r>
              <a:t>CONFIDENTIAL  |  内部资料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gradFill rotWithShape="1">
            <a:gsLst>
              <a:gs pos="0">
                <a:srgbClr val="004D40"/>
              </a:gs>
              <a:gs pos="100000">
                <a:srgbClr val="00695C"/>
              </a:gs>
            </a:gsLst>
            <a:lin scaled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6400800" y="-914400"/>
            <a:ext cx="3657600" cy="3657600"/>
          </a:xfrm>
          <a:prstGeom prst="ellipse">
            <a:avLst/>
          </a:prstGeom>
          <a:solidFill>
            <a:srgbClr val="1461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914400" y="4572000"/>
            <a:ext cx="2743200" cy="2743200"/>
          </a:xfrm>
          <a:prstGeom prst="ellipse">
            <a:avLst/>
          </a:prstGeom>
          <a:solidFill>
            <a:srgbClr val="0F78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000000">
              <a:alpha val="44999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731520"/>
            <a:ext cx="1828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6000" b="1">
                <a:solidFill>
                  <a:srgbClr val="FFFFFF"/>
                </a:solidFill>
              </a:defRPr>
            </a:pPr>
            <a:r>
              <a:t>02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011680"/>
            <a:ext cx="7315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</a:defRPr>
            </a:pPr>
            <a:r>
              <a:t>产品理念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3017520"/>
            <a:ext cx="1828800" cy="36576"/>
          </a:xfrm>
          <a:prstGeom prst="rect">
            <a:avLst/>
          </a:prstGeom>
          <a:solidFill>
            <a:srgbClr val="FF6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329184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FFFFFF"/>
                </a:solidFill>
              </a:defRPr>
            </a:pPr>
            <a:r>
              <a:t>Product Philosophy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3931920"/>
            <a:ext cx="64008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DCDCDC"/>
                </a:solidFill>
              </a:defRPr>
            </a:pPr>
            <a:r>
              <a:t>把重复劳动交给脚本，把创造力留给内容本身。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1828800"/>
            <a:ext cx="457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800" b="1">
                <a:solidFill>
                  <a:srgbClr val="FF6F00"/>
                </a:solidFill>
              </a:defRPr>
            </a:pPr>
            <a:r>
              <a:t>"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6217920"/>
            <a:ext cx="9144000" cy="640080"/>
          </a:xfrm>
          <a:prstGeom prst="rect">
            <a:avLst/>
          </a:prstGeom>
          <a:solidFill>
            <a:srgbClr val="000000">
              <a:alpha val="7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630936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8C8C8"/>
                </a:solidFill>
              </a:defRPr>
            </a:pPr>
            <a:r>
              <a:t>CONFIDENTIAL  |  内部资料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