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3154680"/>
            <a:ext cx="914400" cy="91440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IMG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371600"/>
            <a:ext cx="4572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业务规模持续扩大，原有的人工制作方式已无法满足交付节奏，需要一套可复用、可参数化的演示文稿生成方案。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5669280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57800" y="5669280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5669280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核心方案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以主题系统与生成器族解耦内容与样式，一份数据可同时驱动 Python 与 TypeScript 两端渲染。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4114800" cy="5029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3154680"/>
            <a:ext cx="914400" cy="914400"/>
          </a:xfrm>
          <a:prstGeom prst="ellipse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IMG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669280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5669280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5669280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