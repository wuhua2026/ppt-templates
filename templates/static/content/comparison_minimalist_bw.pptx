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方案对比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4572000"/>
          </a:xfrm>
          <a:prstGeom prst="roundRect">
            <a:avLst/>
          </a:prstGeom>
          <a:solidFill>
            <a:srgbClr val="F5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3474720" cy="5486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0000"/>
                </a:solidFill>
              </a:defRPr>
            </a:pPr>
            <a:r>
              <a:t>传统方式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240280"/>
            <a:ext cx="164592" cy="16459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依赖人工排版，耗时且易出错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2880360"/>
            <a:ext cx="164592" cy="16459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多套文档风格难以统一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3520440"/>
            <a:ext cx="164592" cy="164592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复用需要复制粘贴再修改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188720"/>
            <a:ext cx="3474720" cy="4572000"/>
          </a:xfrm>
          <a:prstGeom prst="roundRect">
            <a:avLst/>
          </a:prstGeom>
          <a:solidFill>
            <a:srgbClr val="FF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120640" y="1188720"/>
            <a:ext cx="3474720" cy="54864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33333"/>
                </a:solidFill>
              </a:defRPr>
            </a:pPr>
            <a:r>
              <a:t>本方案</a:t>
            </a:r>
          </a:p>
        </p:txBody>
      </p:sp>
      <p:sp>
        <p:nvSpPr>
          <p:cNvPr id="16" name="Oval 15"/>
          <p:cNvSpPr/>
          <p:nvPr/>
        </p:nvSpPr>
        <p:spPr>
          <a:xfrm>
            <a:off x="5394960" y="2240280"/>
            <a:ext cx="164592" cy="16459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0" y="219456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脚本批量生成，分钟级交付</a:t>
            </a:r>
          </a:p>
        </p:txBody>
      </p:sp>
      <p:sp>
        <p:nvSpPr>
          <p:cNvPr id="18" name="Oval 17"/>
          <p:cNvSpPr/>
          <p:nvPr/>
        </p:nvSpPr>
        <p:spPr>
          <a:xfrm>
            <a:off x="5394960" y="2880360"/>
            <a:ext cx="164592" cy="16459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283464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七套主题保证视觉一致</a:t>
            </a:r>
          </a:p>
        </p:txBody>
      </p:sp>
      <p:sp>
        <p:nvSpPr>
          <p:cNvPr id="20" name="Oval 19"/>
          <p:cNvSpPr/>
          <p:nvPr/>
        </p:nvSpPr>
        <p:spPr>
          <a:xfrm>
            <a:off x="5394960" y="3520440"/>
            <a:ext cx="164592" cy="164592"/>
          </a:xfrm>
          <a:prstGeom prst="ellipse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24242"/>
                </a:solidFill>
              </a:defRPr>
            </a:pPr>
            <a:r>
              <a:t>改参数即可整批重生成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53712" y="137160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206240" y="3108960"/>
            <a:ext cx="731520" cy="731520"/>
          </a:xfrm>
          <a:prstGeom prst="ellipse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310128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VS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53712" y="3931920"/>
            <a:ext cx="36576" cy="1645920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4572000" cy="2743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0" y="6583680"/>
            <a:ext cx="4572000" cy="274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