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212121"/>
                </a:solidFill>
              </a:defRPr>
            </a:pPr>
            <a:r>
              <a:t>三大优势</a:t>
            </a:r>
          </a:p>
        </p:txBody>
      </p:sp>
      <p:sp>
        <p:nvSpPr>
          <p:cNvPr id="4" name="Rectangle 3"/>
          <p:cNvSpPr/>
          <p:nvPr/>
        </p:nvSpPr>
        <p:spPr>
          <a:xfrm>
            <a:off x="3931920" y="1005840"/>
            <a:ext cx="1280160" cy="36576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23774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2377440" cy="5486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325880" y="1920240"/>
            <a:ext cx="822960" cy="822960"/>
          </a:xfrm>
          <a:prstGeom prst="ellipse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25880" y="2057400"/>
            <a:ext cx="822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0000"/>
                </a:solidFill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0175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12121"/>
                </a:solidFill>
              </a:defRPr>
            </a:pPr>
            <a:r>
              <a:t>高效协同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71600" y="3474720"/>
            <a:ext cx="731520" cy="2743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657600"/>
            <a:ext cx="20116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16161"/>
                </a:solidFill>
              </a:defRPr>
            </a:pPr>
            <a:r>
              <a:t>统一的主题与版式规范，跨团队协作时无需反复对齐视觉细节。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83280" y="1463040"/>
            <a:ext cx="23774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83280" y="1463040"/>
            <a:ext cx="2377440" cy="5486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160520" y="1920240"/>
            <a:ext cx="822960" cy="822960"/>
          </a:xfrm>
          <a:prstGeom prst="ellipse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60520" y="2057400"/>
            <a:ext cx="822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333333"/>
                </a:solidFill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0440" y="30175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12121"/>
                </a:solidFill>
              </a:defRPr>
            </a:pPr>
            <a:r>
              <a:t>数据驱动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06240" y="3474720"/>
            <a:ext cx="731520" cy="27432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66160" y="3657600"/>
            <a:ext cx="20116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16161"/>
                </a:solidFill>
              </a:defRPr>
            </a:pPr>
            <a:r>
              <a:t>图表页由数据直接生成，数值变更后重新生成即可同步更新。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1463040"/>
            <a:ext cx="23774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1463040"/>
            <a:ext cx="2377440" cy="54864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995160" y="1920240"/>
            <a:ext cx="822960" cy="822960"/>
          </a:xfrm>
          <a:prstGeom prst="ellipse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95160" y="2057400"/>
            <a:ext cx="822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C8C8C8"/>
                </a:solidFill>
              </a:defRPr>
            </a:pPr>
            <a: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30175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12121"/>
                </a:solidFill>
              </a:defRPr>
            </a:pPr>
            <a:r>
              <a:t>持续演进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040880" y="3474720"/>
            <a:ext cx="731520" cy="27432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3657600"/>
            <a:ext cx="20116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16161"/>
                </a:solidFill>
              </a:defRPr>
            </a:pPr>
            <a:r>
              <a:t>新增生成器只需登记进注册表，批量脚本与目录结构自动适配。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