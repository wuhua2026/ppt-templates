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237E"/>
              </a:gs>
              <a:gs pos="100000">
                <a:srgbClr val="28359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3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74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Brand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让每一次表达都保持一致的质感与专业度。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C8C8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4D40"/>
              </a:gs>
              <a:gs pos="100000">
                <a:srgbClr val="0069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F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产品理念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Product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把重复劳动交给脚本，把创造力留给内容本身。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C8C8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