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</a:defRPr>
            </a:pPr>
            <a: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114800" cy="502920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57400" y="3154680"/>
            <a:ext cx="914400" cy="914400"/>
          </a:xfrm>
          <a:prstGeom prst="ellipse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976D2"/>
                </a:solidFill>
              </a:defRPr>
            </a:pPr>
            <a:r>
              <a:t>IMG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1371600"/>
            <a:ext cx="45720" cy="9144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</a:defRPr>
            </a:pPr>
            <a: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</a:defRPr>
            </a:pPr>
            <a:r>
              <a:t>业务规模持续扩大，原有的人工制作方式已无法满足交付节奏，需要一套可复用、可参数化的演示文稿生成方案。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0" y="5669280"/>
            <a:ext cx="73152" cy="7315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57800" y="5669280"/>
            <a:ext cx="73152" cy="7315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0" y="5669280"/>
            <a:ext cx="73152" cy="7315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0E0E0"/>
                </a:solidFill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" cy="9144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</a:defRPr>
            </a:pPr>
            <a:r>
              <a:t>核心方案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</a:defRPr>
            </a:pPr>
            <a:r>
              <a:t>以主题系统与生成器族解耦内容与样式，一份数据可同时驱动 Python 与 TypeScript 两端渲染。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097280"/>
            <a:ext cx="4114800" cy="50292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E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72200" y="3154680"/>
            <a:ext cx="914400" cy="914400"/>
          </a:xfrm>
          <a:prstGeom prst="ellipse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3337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5100"/>
                </a:solidFill>
              </a:defRPr>
            </a:pPr>
            <a:r>
              <a:t>IMG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5669280"/>
            <a:ext cx="73152" cy="7315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5669280"/>
            <a:ext cx="73152" cy="7315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7280" y="5669280"/>
            <a:ext cx="73152" cy="7315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