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A237E"/>
              </a:gs>
              <a:gs pos="100000">
                <a:srgbClr val="283593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2E3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743200" cy="2743200"/>
          </a:xfrm>
          <a:prstGeom prst="ellipse">
            <a:avLst/>
          </a:prstGeom>
          <a:solidFill>
            <a:srgbClr val="374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>
              <a:alpha val="44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品牌主张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Brand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DCDC"/>
                </a:solidFill>
              </a:defRPr>
            </a:pPr>
            <a:r>
              <a:t>让每一次表达都保持一致的质感与专业度。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6B6B"/>
                </a:solidFill>
              </a:defRPr>
            </a:pPr>
            <a:r>
              <a:t>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0000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</a:defRPr>
            </a:pPr>
            <a:r>
              <a:t>CONFIDENTIAL  |  内部资料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04D40"/>
              </a:gs>
              <a:gs pos="100000">
                <a:srgbClr val="00695C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146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743200" cy="2743200"/>
          </a:xfrm>
          <a:prstGeom prst="ellipse">
            <a:avLst/>
          </a:prstGeom>
          <a:solidFill>
            <a:srgbClr val="0F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>
              <a:alpha val="44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产品理念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Product Philosophy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DCDC"/>
                </a:solidFill>
              </a:defRPr>
            </a:pPr>
            <a:r>
              <a:t>把重复劳动交给脚本，把创造力留给内容本身。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6B6B"/>
                </a:solidFill>
              </a:defRPr>
            </a:pPr>
            <a:r>
              <a:t>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0000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</a:defRPr>
            </a:pPr>
            <a:r>
              <a:t>CONFIDENTIAL  |  内部资料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