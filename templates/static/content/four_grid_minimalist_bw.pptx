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>
            <a:off x="731520" y="1417320"/>
            <a:ext cx="54864" cy="2103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96F3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行业规模、增速与竞争格局的系统性梳理。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2" name="Rectangle 11"/>
          <p:cNvSpPr/>
          <p:nvPr/>
        </p:nvSpPr>
        <p:spPr>
          <a:xfrm>
            <a:off x="4754880" y="1417320"/>
            <a:ext cx="54864" cy="21031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产品设计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核心功能定义、用户路径与交互原型。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29260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9" name="Rectangle 18"/>
          <p:cNvSpPr/>
          <p:nvPr/>
        </p:nvSpPr>
        <p:spPr>
          <a:xfrm>
            <a:off x="731520" y="4160520"/>
            <a:ext cx="54864" cy="2103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技术方案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架构分层、关键选型与性能预算。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56692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6" name="Rectangle 25"/>
          <p:cNvSpPr/>
          <p:nvPr/>
        </p:nvSpPr>
        <p:spPr>
          <a:xfrm>
            <a:off x="4754880" y="4160520"/>
            <a:ext cx="54864" cy="2103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2976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1E63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运营计划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渠道策略、节奏安排与效果度量。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56692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