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33333"/>
                </a:solidFill>
              </a:defRPr>
            </a:pPr>
            <a:r>
              <a:t>方案对比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474720" cy="4572000"/>
          </a:xfrm>
          <a:prstGeom prst="round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347472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0392B"/>
                </a:solidFill>
              </a:defRPr>
            </a:pPr>
            <a:r>
              <a:t>传统方式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240280"/>
            <a:ext cx="164592" cy="164592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24242"/>
                </a:solidFill>
              </a:defRPr>
            </a:pPr>
            <a:r>
              <a:t>依赖人工排版，耗时且易出错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880360"/>
            <a:ext cx="164592" cy="164592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24242"/>
                </a:solidFill>
              </a:defRPr>
            </a:pPr>
            <a:r>
              <a:t>多套文档风格难以统一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520440"/>
            <a:ext cx="164592" cy="164592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4747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24242"/>
                </a:solidFill>
              </a:defRPr>
            </a:pPr>
            <a:r>
              <a:t>复用需要复制粘贴再修改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188720"/>
            <a:ext cx="3474720" cy="4572000"/>
          </a:xfrm>
          <a:prstGeom prst="round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20640" y="1188720"/>
            <a:ext cx="3474720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74C3C"/>
                </a:solidFill>
              </a:defRPr>
            </a:pPr>
            <a:r>
              <a:t>本方案</a:t>
            </a:r>
          </a:p>
        </p:txBody>
      </p:sp>
      <p:sp>
        <p:nvSpPr>
          <p:cNvPr id="16" name="Oval 15"/>
          <p:cNvSpPr/>
          <p:nvPr/>
        </p:nvSpPr>
        <p:spPr>
          <a:xfrm>
            <a:off x="5394960" y="2240280"/>
            <a:ext cx="164592" cy="16459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21945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24242"/>
                </a:solidFill>
              </a:defRPr>
            </a:pPr>
            <a:r>
              <a:t>脚本批量生成，分钟级交付</a:t>
            </a:r>
          </a:p>
        </p:txBody>
      </p:sp>
      <p:sp>
        <p:nvSpPr>
          <p:cNvPr id="18" name="Oval 17"/>
          <p:cNvSpPr/>
          <p:nvPr/>
        </p:nvSpPr>
        <p:spPr>
          <a:xfrm>
            <a:off x="5394960" y="2880360"/>
            <a:ext cx="164592" cy="16459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0" y="28346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24242"/>
                </a:solidFill>
              </a:defRPr>
            </a:pPr>
            <a:r>
              <a:t>七套主题保证视觉一致</a:t>
            </a:r>
          </a:p>
        </p:txBody>
      </p:sp>
      <p:sp>
        <p:nvSpPr>
          <p:cNvPr id="20" name="Oval 19"/>
          <p:cNvSpPr/>
          <p:nvPr/>
        </p:nvSpPr>
        <p:spPr>
          <a:xfrm>
            <a:off x="5394960" y="3520440"/>
            <a:ext cx="164592" cy="16459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0" y="34747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24242"/>
                </a:solidFill>
              </a:defRPr>
            </a:pPr>
            <a:r>
              <a:t>改参数即可整批重生成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53712" y="1371600"/>
            <a:ext cx="36576" cy="164592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206240" y="3108960"/>
            <a:ext cx="731520" cy="73152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40" y="3310128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VS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53712" y="3931920"/>
            <a:ext cx="36576" cy="164592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583680"/>
            <a:ext cx="457200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0" y="6583680"/>
            <a:ext cx="4572000" cy="2743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