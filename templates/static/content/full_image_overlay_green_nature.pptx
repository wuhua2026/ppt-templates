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237E"/>
              </a:gs>
              <a:gs pos="100000">
                <a:srgbClr val="28359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2E3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374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品牌主张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Brand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让每一次表达都保持一致的质感与专业度。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A8DAB5"/>
                </a:solidFill>
              </a:defRPr>
            </a:pPr>
            <a:r>
              <a:t>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CONFIDENTIAL  |  内部资料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4D40"/>
              </a:gs>
              <a:gs pos="100000">
                <a:srgbClr val="00695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46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F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产品理念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Product Philosophy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把重复劳动交给脚本，把创造力留给内容本身。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A8DAB5"/>
                </a:solidFill>
              </a:defRPr>
            </a:pPr>
            <a:r>
              <a:t>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CONFIDENTIAL  |  内部资料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