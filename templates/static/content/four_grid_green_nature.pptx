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A4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行业规模、增速与竞争格局的系统性梳理。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2B788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核心功能定义、用户路径与交互原型。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DAB5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架构分层、关键选型与性能预算。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E9E9E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渠道策略、节奏安排与效果度量。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