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4572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2FBE"/>
                </a:solidFill>
              </a:defRPr>
            </a:pPr>
            <a:r>
              <a:t>传统方式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依赖人工排版，耗时且易出错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多套文档风格难以统一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复用需要复制粘贴再修改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3474720" cy="4572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040FB"/>
                </a:solidFill>
              </a:defRPr>
            </a:pPr>
            <a:r>
              <a:t>本方案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脚本批量生成，分钟级交付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880360"/>
            <a:ext cx="164592" cy="164592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七套主题保证视觉一致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3520440"/>
            <a:ext cx="164592" cy="164592"/>
          </a:xfrm>
          <a:prstGeom prst="ellipse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改参数即可整批重生成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37160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3101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93192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4572000" cy="27432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6583680"/>
            <a:ext cx="4572000" cy="2743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