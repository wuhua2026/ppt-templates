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三大优势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1920" y="1005840"/>
            <a:ext cx="1280160" cy="36576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377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377440" cy="54864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1920240"/>
            <a:ext cx="822960" cy="82296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0574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B2FBE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高效协同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474720"/>
            <a:ext cx="731520" cy="2743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</a:defRPr>
            </a:pPr>
            <a:r>
              <a:t>统一的主题与版式规范，跨团队协作时无需反复对齐视觉细节。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463040"/>
            <a:ext cx="2377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463040"/>
            <a:ext cx="2377440" cy="54864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60520" y="1920240"/>
            <a:ext cx="822960" cy="82296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20574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040FB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数据驱动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474720"/>
            <a:ext cx="731520" cy="27432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365760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</a:defRPr>
            </a:pPr>
            <a:r>
              <a:t>图表页由数据直接生成，数值变更后重新生成即可同步更新。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463040"/>
            <a:ext cx="2377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463040"/>
            <a:ext cx="2377440" cy="54864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95160" y="1920240"/>
            <a:ext cx="822960" cy="822960"/>
          </a:xfrm>
          <a:prstGeom prst="ellipse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20574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882FF"/>
                </a:solidFill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持续演进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3474720"/>
            <a:ext cx="731520" cy="27432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65760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</a:defRPr>
            </a:pPr>
            <a:r>
              <a:t>新增生成器只需登记进注册表，批量脚本与目录结构自动适配。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