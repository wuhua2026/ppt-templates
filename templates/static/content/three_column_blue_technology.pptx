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121"/>
                </a:solidFill>
              </a:defRPr>
            </a:pPr>
            <a:r>
              <a:t>三大优势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1005840"/>
            <a:ext cx="1280160" cy="36576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377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377440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25880" y="1920240"/>
            <a:ext cx="822960" cy="822960"/>
          </a:xfrm>
          <a:prstGeom prst="ellipse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057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66CC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</a:defRPr>
            </a:pPr>
            <a:r>
              <a:t>高效协同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474720"/>
            <a:ext cx="731520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2011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6161"/>
                </a:solidFill>
              </a:defRPr>
            </a:pPr>
            <a:r>
              <a:t>统一的主题与版式规范，跨团队协作时无需反复对齐视觉细节。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463040"/>
            <a:ext cx="2377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63040"/>
            <a:ext cx="2377440" cy="54864"/>
          </a:xfrm>
          <a:prstGeom prst="rect">
            <a:avLst/>
          </a:prstGeom>
          <a:solidFill>
            <a:srgbClr val="00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60520" y="1920240"/>
            <a:ext cx="822960" cy="822960"/>
          </a:xfrm>
          <a:prstGeom prst="ellipse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2057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CC99"/>
                </a:solidFill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</a:defRPr>
            </a:pPr>
            <a:r>
              <a:t>数据驱动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3474720"/>
            <a:ext cx="731520" cy="27432"/>
          </a:xfrm>
          <a:prstGeom prst="rect">
            <a:avLst/>
          </a:prstGeom>
          <a:solidFill>
            <a:srgbClr val="00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3657600"/>
            <a:ext cx="2011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6161"/>
                </a:solidFill>
              </a:defRPr>
            </a:pPr>
            <a:r>
              <a:t>图表页由数据直接生成，数值变更后重新生成即可同步更新。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2377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463040"/>
            <a:ext cx="2377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95160" y="1920240"/>
            <a:ext cx="822960" cy="822960"/>
          </a:xfrm>
          <a:prstGeom prst="ellipse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2057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</a:defRPr>
            </a:pPr>
            <a:r>
              <a:t>持续演进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3474720"/>
            <a:ext cx="73152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2011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6161"/>
                </a:solidFill>
              </a:defRPr>
            </a:pPr>
            <a:r>
              <a:t>新增生成器只需登记进注册表，批量脚本与目录结构自动适配。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