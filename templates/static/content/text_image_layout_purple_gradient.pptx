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</a:defRPr>
            </a:pPr>
            <a: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4114800" cy="50292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57400" y="3154680"/>
            <a:ext cx="914400" cy="914400"/>
          </a:xfrm>
          <a:prstGeom prst="ellipse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7400" y="3337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76D2"/>
                </a:solidFill>
              </a:defRPr>
            </a:pPr>
            <a:r>
              <a:t>IMG</a:t>
            </a:r>
          </a:p>
        </p:txBody>
      </p:sp>
      <p:sp>
        <p:nvSpPr>
          <p:cNvPr id="8" name="Rectangle 7"/>
          <p:cNvSpPr/>
          <p:nvPr/>
        </p:nvSpPr>
        <p:spPr>
          <a:xfrm>
            <a:off x="4892040" y="1371600"/>
            <a:ext cx="4572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</a:defRPr>
            </a:pPr>
            <a:r>
              <a:t>项目背景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116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</a:defRPr>
            </a:pPr>
            <a:r>
              <a:t>业务规模持续扩大，原有的人工制作方式已无法满足交付节奏，需要一套可复用、可参数化的演示文稿生成方案。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0" y="5669280"/>
            <a:ext cx="73152" cy="73152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257800" y="5669280"/>
            <a:ext cx="73152" cy="73152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0" y="5669280"/>
            <a:ext cx="73152" cy="73152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2121"/>
                </a:solidFill>
              </a:defRPr>
            </a:pPr>
            <a:r>
              <a:t>核心方案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16161"/>
                </a:solidFill>
              </a:defRPr>
            </a:pPr>
            <a:r>
              <a:t>以主题系统与生成器族解耦内容与样式，一份数据可同时驱动 Python 与 TypeScript 两端渲染。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097280"/>
            <a:ext cx="4114800" cy="50292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FFE0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72200" y="3154680"/>
            <a:ext cx="914400" cy="914400"/>
          </a:xfrm>
          <a:prstGeom prst="ellipse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3337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5100"/>
                </a:solidFill>
              </a:defRPr>
            </a:pPr>
            <a:r>
              <a:t>IMG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5669280"/>
            <a:ext cx="73152" cy="73152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5669280"/>
            <a:ext cx="73152" cy="73152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5669280"/>
            <a:ext cx="73152" cy="73152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