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0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0"/>
            <a:ext cx="73152" cy="6858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914400" cy="36576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AF9"/>
                </a:solidFill>
              </a:defRPr>
            </a:pPr>
            <a:r>
              <a:t>CONTENTS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8046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8412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749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项目概述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16002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26080" y="17190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7556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5146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26080" y="2633472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6700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34290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6080" y="3547872"/>
            <a:ext cx="502920" cy="50292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5844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43434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6080" y="4462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4988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407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5257800"/>
            <a:ext cx="50292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6080" y="5376672"/>
            <a:ext cx="502920" cy="5029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541324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21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财务规划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