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内容概览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377440" cy="21945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5" name="Oval 4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项目背景与目标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429000"/>
            <a:ext cx="54864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377440" cy="21945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11" name="Oval 10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行业趋势与竞争格局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429000"/>
            <a:ext cx="5486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37744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17" name="Oval 16"/>
          <p:cNvSpPr/>
          <p:nvPr/>
        </p:nvSpPr>
        <p:spPr>
          <a:xfrm>
            <a:off x="6995160" y="1691640"/>
            <a:ext cx="640080" cy="6400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76479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核心功能与用户体验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429000"/>
            <a:ext cx="54864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023360"/>
            <a:ext cx="2377440" cy="219456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1508760" y="4251960"/>
            <a:ext cx="640080" cy="640080"/>
          </a:xfrm>
          <a:prstGeom prst="ellipse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架构设计与技术选型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989320"/>
            <a:ext cx="548640" cy="36576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023360"/>
            <a:ext cx="2377440" cy="219456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29" name="Oval 28"/>
          <p:cNvSpPr/>
          <p:nvPr/>
        </p:nvSpPr>
        <p:spPr>
          <a:xfrm>
            <a:off x="4251960" y="4251960"/>
            <a:ext cx="640080" cy="6400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推广策略与执行路径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989320"/>
            <a:ext cx="548640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4023360"/>
            <a:ext cx="2377440" cy="219456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101600" dist="25400" dir="5400000" algn="tl">
              <a:srgbClr val="000000">
                <a:alpha val="15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6995160" y="4251960"/>
            <a:ext cx="640080" cy="640080"/>
          </a:xfrm>
          <a:prstGeom prst="ellipse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4325112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29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财务规划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</a:defRPr>
            </a:pPr>
            <a:r>
              <a:t>预算编制与收益预测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5989320"/>
            <a:ext cx="548640" cy="36576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