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A88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A882FF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A882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镂空遮罩封面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