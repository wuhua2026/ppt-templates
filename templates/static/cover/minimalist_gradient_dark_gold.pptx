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C9A96E"/>
              </a:gs>
              <a:gs pos="100000">
                <a:srgbClr val="B48C5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0" y="-1371600"/>
            <a:ext cx="4114800" cy="41148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4526280"/>
            <a:ext cx="27432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5146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极简渐变封面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00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Minimalist Gradient Cover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