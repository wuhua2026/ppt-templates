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gradFill rotWithShape="1">
            <a:gsLst>
              <a:gs pos="0">
                <a:srgbClr val="C9A96E"/>
              </a:gs>
              <a:gs pos="100000">
                <a:srgbClr val="B48C50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rgbClr val="FAFA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59300" y="0"/>
            <a:ext cx="38100" cy="68580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651760" y="457200"/>
            <a:ext cx="1645920" cy="1645920"/>
          </a:xfrm>
          <a:prstGeom prst="ellipse">
            <a:avLst/>
          </a:prstGeom>
          <a:solidFill>
            <a:srgbClr val="FFD700">
              <a:alpha val="2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880360"/>
            <a:ext cx="3108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000" b="1">
                <a:solidFill>
                  <a:srgbClr val="FFFFFF"/>
                </a:solidFill>
              </a:defRPr>
            </a:pPr>
            <a:r>
              <a:t>分屏封面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306324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3C3C3C"/>
                </a:solidFill>
              </a:defRPr>
            </a:pPr>
            <a:r>
              <a:t>Split Screen Cover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5852160"/>
            <a:ext cx="457200" cy="457200"/>
          </a:xfrm>
          <a:prstGeom prst="rect">
            <a:avLst/>
          </a:prstGeom>
          <a:solidFill>
            <a:srgbClr val="B48C50">
              <a:alpha val="40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