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FF6B6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极简渐变封面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