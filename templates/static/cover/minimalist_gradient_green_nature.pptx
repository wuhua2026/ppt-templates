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1371600"/>
            <a:ext cx="4114800" cy="4114800"/>
          </a:xfrm>
          <a:prstGeom prst="ellipse">
            <a:avLst/>
          </a:prstGeom>
          <a:solidFill>
            <a:srgbClr val="A8DAB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4526280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极简渐变封面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Minimalist Gradient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