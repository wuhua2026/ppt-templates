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E74C3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59300" y="0"/>
            <a:ext cx="3810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1760" y="457200"/>
            <a:ext cx="1645920" cy="1645920"/>
          </a:xfrm>
          <a:prstGeom prst="ellipse">
            <a:avLst/>
          </a:prstGeom>
          <a:solidFill>
            <a:srgbClr val="FF6B6B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分屏封面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30632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C3C3C"/>
                </a:solidFill>
              </a:defRPr>
            </a:pPr>
            <a:r>
              <a:t>Split Screen Cover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5852160"/>
            <a:ext cx="457200" cy="457200"/>
          </a:xfrm>
          <a:prstGeom prst="rect">
            <a:avLst/>
          </a:prstGeom>
          <a:solidFill>
            <a:srgbClr val="E74C3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