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C0392B"/>
              </a:gs>
              <a:gs pos="100000">
                <a:srgbClr val="E74C3C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931920" y="-1828800"/>
            <a:ext cx="5486400" cy="5486400"/>
          </a:xfrm>
          <a:prstGeom prst="ellipse">
            <a:avLst/>
          </a:prstGeom>
          <a:solidFill>
            <a:srgbClr val="FF6B6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3657600"/>
            <a:ext cx="3657600" cy="3657600"/>
          </a:xfrm>
          <a:prstGeom prst="ellipse">
            <a:avLst/>
          </a:prstGeom>
          <a:solidFill>
            <a:srgbClr val="FF6B6B">
              <a:alpha val="79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057400" y="2148840"/>
            <a:ext cx="5029200" cy="2560320"/>
          </a:xfrm>
          <a:prstGeom prst="roundRect">
            <a:avLst/>
          </a:prstGeom>
          <a:solidFill>
            <a:srgbClr val="000000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iamond 5"/>
          <p:cNvSpPr/>
          <p:nvPr/>
        </p:nvSpPr>
        <p:spPr>
          <a:xfrm>
            <a:off x="1234440" y="3108960"/>
            <a:ext cx="640080" cy="640080"/>
          </a:xfrm>
          <a:prstGeom prst="diamond">
            <a:avLst/>
          </a:prstGeom>
          <a:solidFill>
            <a:srgbClr val="FF6B6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14600" y="2514600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t>镂空遮罩封面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0" y="3520440"/>
            <a:ext cx="1828800" cy="254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14600" y="379476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8C8C8"/>
                </a:solidFill>
              </a:defRPr>
            </a:pPr>
            <a:r>
              <a:t>Hollow Mask Cover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