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822960"/>
            <a:ext cx="8686800" cy="6172200"/>
          </a:xfrm>
          <a:prstGeom prst="roundRect">
            <a:avLst/>
          </a:prstGeom>
          <a:solidFill>
            <a:srgbClr val="E040F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772400" cy="5623560"/>
          </a:xfrm>
          <a:prstGeom prst="roundRect">
            <a:avLst/>
          </a:prstGeom>
          <a:solidFill>
            <a:srgbClr val="2841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920240"/>
            <a:ext cx="6583680" cy="4937760"/>
          </a:xfrm>
          <a:prstGeom prst="roundRect">
            <a:avLst/>
          </a:prstGeom>
          <a:solidFill>
            <a:srgbClr val="32507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2194560"/>
            <a:ext cx="5486400" cy="4114800"/>
          </a:xfrm>
          <a:prstGeom prst="roundRect">
            <a:avLst/>
          </a:prstGeom>
          <a:solidFill>
            <a:srgbClr val="3C5F8C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423160"/>
            <a:ext cx="3474720" cy="2011680"/>
          </a:xfrm>
          <a:prstGeom prst="roundRect">
            <a:avLst/>
          </a:prstGeom>
          <a:solidFill>
            <a:srgbClr val="1E3250">
              <a:alpha val="75000"/>
            </a:srgbClr>
          </a:solidFill>
          <a:ln w="19050">
            <a:solidFill>
              <a:srgbClr val="A8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"/>
            <a:ext cx="1097280" cy="508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6217920"/>
            <a:ext cx="1097280" cy="508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697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层次深度封面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11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Layered Depth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