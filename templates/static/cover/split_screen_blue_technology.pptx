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gradFill rotWithShape="1">
            <a:gsLst>
              <a:gs pos="0">
                <a:srgbClr val="0066CC"/>
              </a:gs>
              <a:gs pos="100000">
                <a:srgbClr val="00CC99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0" y="0"/>
            <a:ext cx="4572000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59300" y="0"/>
            <a:ext cx="38100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651760" y="457200"/>
            <a:ext cx="1645920" cy="1645920"/>
          </a:xfrm>
          <a:prstGeom prst="ellipse">
            <a:avLst/>
          </a:prstGeom>
          <a:solidFill>
            <a:srgbClr val="00B4D8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88036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分屏封面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20640" y="306324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C3C3C"/>
                </a:solidFill>
              </a:defRPr>
            </a:pPr>
            <a:r>
              <a:t>Split Screen Cover</a:t>
            </a:r>
          </a:p>
        </p:txBody>
      </p:sp>
      <p:sp>
        <p:nvSpPr>
          <p:cNvPr id="8" name="Rectangle 7"/>
          <p:cNvSpPr/>
          <p:nvPr/>
        </p:nvSpPr>
        <p:spPr>
          <a:xfrm>
            <a:off x="8138160" y="5852160"/>
            <a:ext cx="457200" cy="457200"/>
          </a:xfrm>
          <a:prstGeom prst="rect">
            <a:avLst/>
          </a:prstGeom>
          <a:solidFill>
            <a:srgbClr val="00CC99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