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33333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59300" y="0"/>
            <a:ext cx="38100" cy="6858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1760" y="457200"/>
            <a:ext cx="1645920" cy="1645920"/>
          </a:xfrm>
          <a:prstGeom prst="ellipse">
            <a:avLst/>
          </a:prstGeom>
          <a:solidFill>
            <a:srgbClr val="C8C8C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分屏封面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063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</a:defRPr>
            </a:pPr>
            <a:r>
              <a:t>Split Screen 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5852160"/>
            <a:ext cx="457200" cy="457200"/>
          </a:xfrm>
          <a:prstGeom prst="rect">
            <a:avLst/>
          </a:prstGeom>
          <a:solidFill>
            <a:srgbClr val="333333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