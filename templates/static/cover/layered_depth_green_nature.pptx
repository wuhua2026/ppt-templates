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52B788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A8D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A8D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层次深度封面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