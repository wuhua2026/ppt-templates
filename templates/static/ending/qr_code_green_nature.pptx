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52B78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365760" y="365760"/>
            <a:ext cx="640080" cy="640080"/>
          </a:xfrm>
          <a:prstGeom prst="diamond">
            <a:avLst/>
          </a:prstGeom>
          <a:solidFill>
            <a:srgbClr val="A8DAB5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914400" y="182880"/>
            <a:ext cx="320040" cy="32004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5669280"/>
            <a:ext cx="1371600" cy="1371600"/>
          </a:xfrm>
          <a:prstGeom prst="ellipse">
            <a:avLst/>
          </a:prstGeom>
          <a:noFill/>
          <a:ln w="15240">
            <a:solidFill>
              <a:srgbClr val="C5CAE9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扫码关注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扫描二维码，关注我们的公众号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377440"/>
            <a:ext cx="3108960" cy="310896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2468880"/>
            <a:ext cx="292608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5661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E9E9E"/>
                </a:solidFill>
              </a:defRPr>
            </a:pPr>
            <a:r>
              <a:t>二维码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606040"/>
            <a:ext cx="548640" cy="548640"/>
          </a:xfrm>
          <a:prstGeom prst="rect">
            <a:avLst/>
          </a:prstGeom>
          <a:solidFill>
            <a:srgbClr val="2D6A4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2606040"/>
            <a:ext cx="548640" cy="548640"/>
          </a:xfrm>
          <a:prstGeom prst="rect">
            <a:avLst/>
          </a:prstGeom>
          <a:solidFill>
            <a:srgbClr val="2D6A4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4709160"/>
            <a:ext cx="548640" cy="548640"/>
          </a:xfrm>
          <a:prstGeom prst="rect">
            <a:avLst/>
          </a:prstGeom>
          <a:solidFill>
            <a:srgbClr val="2D6A4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852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微信: example_wechat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217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微博: @example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5836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5CAE9"/>
                </a:solidFill>
              </a:defRPr>
            </a:pPr>
            <a:r>
              <a:t>官网: www.example.com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6217920"/>
            <a:ext cx="5486400" cy="36576"/>
          </a:xfrm>
          <a:prstGeom prst="rect">
            <a:avLst/>
          </a:prstGeom>
          <a:gradFill rotWithShape="1">
            <a:gsLst>
              <a:gs pos="0">
                <a:srgbClr val="A8DAB5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3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