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A882F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扫码关注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扫描二维码，关注我们的公众号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二维码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7B2FB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7B2FB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7B2FB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微信: example_wechat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微博: @example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官网: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A882FF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