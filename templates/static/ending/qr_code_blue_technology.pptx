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365760"/>
            <a:ext cx="640080" cy="640080"/>
          </a:xfrm>
          <a:prstGeom prst="diamond">
            <a:avLst/>
          </a:prstGeom>
          <a:solidFill>
            <a:srgbClr val="00B4D8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82880"/>
            <a:ext cx="320040" cy="32004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669280"/>
            <a:ext cx="1371600" cy="1371600"/>
          </a:xfrm>
          <a:prstGeom prst="ellipse">
            <a:avLst/>
          </a:prstGeom>
          <a:noFill/>
          <a:ln w="15240">
            <a:solidFill>
              <a:srgbClr val="C5CAE9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扫码关注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扫描二维码，关注我们的公众号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377440"/>
            <a:ext cx="3108960" cy="3108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68880"/>
            <a:ext cx="2926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E9E9E"/>
                </a:solidFill>
              </a:defRPr>
            </a:pPr>
            <a:r>
              <a:t>二维码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solidFill>
            <a:srgbClr val="0066C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606040"/>
            <a:ext cx="548640" cy="548640"/>
          </a:xfrm>
          <a:prstGeom prst="rect">
            <a:avLst/>
          </a:prstGeom>
          <a:solidFill>
            <a:srgbClr val="0066C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709160"/>
            <a:ext cx="548640" cy="548640"/>
          </a:xfrm>
          <a:prstGeom prst="rect">
            <a:avLst/>
          </a:prstGeom>
          <a:solidFill>
            <a:srgbClr val="0066C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微信: example_wechat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微博: @example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官网: 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6217920"/>
            <a:ext cx="5486400" cy="36576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3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