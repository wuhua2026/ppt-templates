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联系方式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82FF"/>
                </a:solidFill>
              </a:defRPr>
            </a:pPr>
            <a:r>
              <a:t>Example公司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电子邮箱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联系电话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+86 138-0000-0000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官方网站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办公地址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北京市朝阳区某某路100号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A882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