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A8D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A8DAB5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期待与您的合作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联系我们：contact@example.com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A8DAB5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