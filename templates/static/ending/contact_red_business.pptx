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联系方式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051560"/>
            <a:ext cx="2194560" cy="36576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6B6B"/>
                </a:solidFill>
              </a:defRPr>
            </a:pPr>
            <a:r>
              <a:t>Example公司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228600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8" name="Oval 7"/>
          <p:cNvSpPr/>
          <p:nvPr/>
        </p:nvSpPr>
        <p:spPr>
          <a:xfrm>
            <a:off x="1280160" y="2903220"/>
            <a:ext cx="594360" cy="59436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97637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电子邮箱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971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contact@example.com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228600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13" name="Oval 12"/>
          <p:cNvSpPr/>
          <p:nvPr/>
        </p:nvSpPr>
        <p:spPr>
          <a:xfrm>
            <a:off x="5029200" y="2903220"/>
            <a:ext cx="594360" cy="59436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97637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联系电话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971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+86 138-0000-0000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448056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18" name="Oval 17"/>
          <p:cNvSpPr/>
          <p:nvPr/>
        </p:nvSpPr>
        <p:spPr>
          <a:xfrm>
            <a:off x="1280160" y="5097780"/>
            <a:ext cx="594360" cy="59436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517093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WEB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官方网站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5166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www.example.com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448056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23" name="Oval 22"/>
          <p:cNvSpPr/>
          <p:nvPr/>
        </p:nvSpPr>
        <p:spPr>
          <a:xfrm>
            <a:off x="5029200" y="5097780"/>
            <a:ext cx="594360" cy="59436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517093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ADDR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办公地址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5166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北京市朝阳区某某路100号</a:t>
            </a:r>
          </a:p>
        </p:txBody>
      </p:sp>
      <p:sp>
        <p:nvSpPr>
          <p:cNvPr id="27" name="Diamond 26"/>
          <p:cNvSpPr/>
          <p:nvPr/>
        </p:nvSpPr>
        <p:spPr>
          <a:xfrm>
            <a:off x="274320" y="6217920"/>
            <a:ext cx="274320" cy="27432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8595360" y="5943600"/>
            <a:ext cx="365760" cy="365760"/>
          </a:xfrm>
          <a:prstGeom prst="diamond">
            <a:avLst/>
          </a:prstGeom>
          <a:solidFill>
            <a:srgbClr val="FF6B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6492240"/>
            <a:ext cx="7680960" cy="36576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80"/>
                  </p:stCondLst>
                  <p:duration>400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2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4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20"/>
                  </p:stCondLst>
                  <p:duration>400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40"/>
                  </p:stCondLst>
                  <p:duration>400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20"/>
                  </p:stCondLst>
                  <p:duration>400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400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