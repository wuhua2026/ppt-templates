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0077B6"/>
              </a:gs>
              <a:gs pos="100000">
                <a:srgbClr val="00B4D8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iamond 2"/>
          <p:cNvSpPr/>
          <p:nvPr/>
        </p:nvSpPr>
        <p:spPr>
          <a:xfrm>
            <a:off x="457200" y="457200"/>
            <a:ext cx="1828800" cy="1828800"/>
          </a:xfrm>
          <a:prstGeom prst="diamond">
            <a:avLst/>
          </a:prstGeom>
          <a:noFill/>
          <a:ln w="19050">
            <a:solidFill>
              <a:srgbClr val="C5CAE9">
                <a:alpha val="4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Diamond 3"/>
          <p:cNvSpPr/>
          <p:nvPr/>
        </p:nvSpPr>
        <p:spPr>
          <a:xfrm>
            <a:off x="1371600" y="914400"/>
            <a:ext cx="548640" cy="548640"/>
          </a:xfrm>
          <a:prstGeom prst="diamond">
            <a:avLst/>
          </a:prstGeom>
          <a:solidFill>
            <a:srgbClr val="90E0EF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132320" y="274320"/>
            <a:ext cx="1645920" cy="1645920"/>
          </a:xfrm>
          <a:prstGeom prst="ellipse">
            <a:avLst/>
          </a:prstGeom>
          <a:noFill/>
          <a:ln w="15240">
            <a:solidFill>
              <a:srgbClr val="C5CAE9">
                <a:alpha val="44999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Diamond 5"/>
          <p:cNvSpPr/>
          <p:nvPr/>
        </p:nvSpPr>
        <p:spPr>
          <a:xfrm>
            <a:off x="7772400" y="5303520"/>
            <a:ext cx="1097280" cy="1097280"/>
          </a:xfrm>
          <a:prstGeom prst="diamond">
            <a:avLst/>
          </a:prstGeom>
          <a:solidFill>
            <a:srgbClr val="C5CAE9">
              <a:alpha val="5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mond 6"/>
          <p:cNvSpPr/>
          <p:nvPr/>
        </p:nvSpPr>
        <p:spPr>
          <a:xfrm>
            <a:off x="731520" y="5486400"/>
            <a:ext cx="457200" cy="457200"/>
          </a:xfrm>
          <a:prstGeom prst="diamond">
            <a:avLst/>
          </a:prstGeom>
          <a:solidFill>
            <a:srgbClr val="90E0EF">
              <a:alpha val="44999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86000" y="3383280"/>
            <a:ext cx="4572000" cy="27432"/>
          </a:xfrm>
          <a:prstGeom prst="rect">
            <a:avLst/>
          </a:prstGeom>
          <a:solidFill>
            <a:srgbClr val="C5CAE9">
              <a:alpha val="7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谢谢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118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C5CAE9"/>
                </a:solidFill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52628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5CAE9"/>
                </a:solidFill>
              </a:defRPr>
            </a:pPr>
            <a:r>
              <a:t>期待与您的合作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6692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0A4AE"/>
                </a:solidFill>
              </a:defRPr>
            </a:pPr>
            <a:r>
              <a:t>联系我们：contact@example.com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86000" y="6217920"/>
            <a:ext cx="4572000" cy="36576"/>
          </a:xfrm>
          <a:prstGeom prst="rect">
            <a:avLst/>
          </a:prstGeom>
          <a:gradFill rotWithShape="1">
            <a:gsLst>
              <a:gs pos="0">
                <a:srgbClr val="90E0EF"/>
              </a:gs>
              <a:gs pos="100000">
                <a:srgbClr val="C5CAE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600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600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600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600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8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800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700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600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0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750"/>
                  </p:stCondLst>
                  <p:duration>400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