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FF6B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C0392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E74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E74C3C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6B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