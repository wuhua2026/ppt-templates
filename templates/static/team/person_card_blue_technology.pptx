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00B4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00B4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0066C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00CC9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00CC99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</a:defRPr>
            </a:pPr>
            <a:r>
              <a:t>职位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个人简介信息，可包含多行描述内容。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