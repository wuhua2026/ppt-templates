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gradFill rotWithShape="1">
            <a:gsLst>
              <a:gs pos="0">
                <a:srgbClr val="7B2FBE"/>
              </a:gs>
              <a:gs pos="100000">
                <a:srgbClr val="A882F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365760" y="365760"/>
            <a:ext cx="320040" cy="320040"/>
          </a:xfrm>
          <a:prstGeom prst="diamond">
            <a:avLst/>
          </a:prstGeom>
          <a:solidFill>
            <a:srgbClr val="C5CAE9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822960" y="228600"/>
            <a:ext cx="182880" cy="182880"/>
          </a:xfrm>
          <a:prstGeom prst="diamond">
            <a:avLst/>
          </a:prstGeom>
          <a:solidFill>
            <a:srgbClr val="A882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5303520"/>
            <a:ext cx="1828800" cy="36576"/>
          </a:xfrm>
          <a:prstGeom prst="rect">
            <a:avLst/>
          </a:prstGeom>
          <a:solidFill>
            <a:srgbClr val="C5CAE9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8046720" y="5943600"/>
            <a:ext cx="457200" cy="457200"/>
          </a:xfrm>
          <a:prstGeom prst="diamond">
            <a:avLst/>
          </a:prstGeom>
          <a:solidFill>
            <a:srgbClr val="C5CAE9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8412480" y="5669280"/>
            <a:ext cx="228600" cy="228600"/>
          </a:xfrm>
          <a:prstGeom prst="diamond">
            <a:avLst/>
          </a:prstGeom>
          <a:solidFill>
            <a:srgbClr val="A882FF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8368" y="1298448"/>
            <a:ext cx="2706624" cy="2706624"/>
          </a:xfrm>
          <a:prstGeom prst="ellipse">
            <a:avLst/>
          </a:prstGeom>
          <a:noFill/>
          <a:ln w="25400">
            <a:solidFill>
              <a:srgbClr val="A8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1371600"/>
            <a:ext cx="2560320" cy="2560320"/>
          </a:xfrm>
          <a:prstGeom prst="ellipse">
            <a:avLst/>
          </a:prstGeom>
          <a:solidFill>
            <a:srgbClr val="7B2FBE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508760" y="1828800"/>
            <a:ext cx="1005840" cy="1005840"/>
          </a:xfrm>
          <a:prstGeom prst="ellipse">
            <a:avLst/>
          </a:prstGeom>
          <a:solidFill>
            <a:srgbClr val="E040F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34440" y="2834640"/>
            <a:ext cx="1554480" cy="914400"/>
          </a:xfrm>
          <a:prstGeom prst="ellipse">
            <a:avLst/>
          </a:prstGeom>
          <a:solidFill>
            <a:srgbClr val="E040FB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0" y="146304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12121"/>
                </a:solidFill>
              </a:defRPr>
            </a:pPr>
            <a:r>
              <a:t>姓名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28600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882FF"/>
                </a:solidFill>
              </a:defRPr>
            </a:pPr>
            <a:r>
              <a:t>职位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0" y="3017520"/>
            <a:ext cx="2286000" cy="45720"/>
          </a:xfrm>
          <a:prstGeom prst="rect">
            <a:avLst/>
          </a:prstGeom>
          <a:gradFill rotWithShape="1">
            <a:gsLst>
              <a:gs pos="0">
                <a:srgbClr val="7B2FBE"/>
              </a:gs>
              <a:gs pos="100000">
                <a:srgbClr val="A882F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0" y="329184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</a:defRPr>
            </a:pPr>
            <a:r>
              <a:t>个人简介信息，可包含多行描述内容。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6217920"/>
            <a:ext cx="7680960" cy="27432"/>
          </a:xfrm>
          <a:prstGeom prst="rect">
            <a:avLst/>
          </a:prstGeom>
          <a:gradFill rotWithShape="1">
            <a:gsLst>
              <a:gs pos="0">
                <a:srgbClr val="C5CAE9"/>
              </a:gs>
              <a:gs pos="100000">
                <a:srgbClr val="A882F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500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500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50"/>
                  </p:stCondLst>
                  <p:duration>500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00"/>
                  </p:stCondLst>
                  <p:duration>500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50"/>
                  </p:stCondLst>
                  <p:duration>500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500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"/>
                  </p:stCondLst>
                  <p:duration>600</p:duration>
                  <p:tgtEl>
                    <p:spTgt spid="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600</p:duration>
                  <p:tgtEl>
                    <p:spTgt spid="1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50"/>
                  </p:stCondLst>
                  <p:duration>600</p:duration>
                  <p:tgtEl>
                    <p:spTgt spid="1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1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50"/>
                  </p:stCondLst>
                  <p:duration>600</p:duration>
                  <p:tgtEl>
                    <p:spTgt spid="1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50"/>
                  </p:stCondLst>
                  <p:duration>600</p:duration>
                  <p:tgtEl>
                    <p:spTgt spid="1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5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400"/>
                  </p:stCondLst>
                  <p:duration>400</p:duration>
                  <p:tgtEl>
                    <p:spTgt spid="1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50"/>
                  </p:stCondLst>
                  <p:duration>600</p:duration>
                  <p:tgtEl>
                    <p:spTgt spid="1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0"/>
                  </p:stCondLst>
                  <p:duration>500</p:duration>
                  <p:tgtEl>
                    <p:spTgt spid="17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