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组织架构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C0392B"/>
              </a:gs>
              <a:gs pos="100000">
                <a:srgbClr val="FF6B6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张三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李四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技术总监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王五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产品总监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赵六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运营总监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钱七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前端组长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孙八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后端组长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周九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产品经理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吴十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市场经理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FF6B6B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