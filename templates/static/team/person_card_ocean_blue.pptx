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90E0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90E0E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0077B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00B4D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00B4D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姓名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0E0EF"/>
                </a:solidFill>
              </a:defRPr>
            </a:pPr>
            <a:r>
              <a:t>职位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个人简介信息，可包含多行描述内容。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