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gradFill rotWithShape="1">
            <a:gsLst>
              <a:gs pos="0">
                <a:srgbClr val="000000"/>
              </a:gs>
              <a:gs pos="100000">
                <a:srgbClr val="C8C8C8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iamond 3"/>
          <p:cNvSpPr/>
          <p:nvPr/>
        </p:nvSpPr>
        <p:spPr>
          <a:xfrm>
            <a:off x="365760" y="365760"/>
            <a:ext cx="320040" cy="320040"/>
          </a:xfrm>
          <a:prstGeom prst="diamond">
            <a:avLst/>
          </a:prstGeom>
          <a:solidFill>
            <a:srgbClr val="C5CAE9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iamond 4"/>
          <p:cNvSpPr/>
          <p:nvPr/>
        </p:nvSpPr>
        <p:spPr>
          <a:xfrm>
            <a:off x="822960" y="228600"/>
            <a:ext cx="182880" cy="182880"/>
          </a:xfrm>
          <a:prstGeom prst="diamond">
            <a:avLst/>
          </a:prstGeom>
          <a:solidFill>
            <a:srgbClr val="C8C8C8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97280" y="5303520"/>
            <a:ext cx="1828800" cy="36576"/>
          </a:xfrm>
          <a:prstGeom prst="rect">
            <a:avLst/>
          </a:prstGeom>
          <a:solidFill>
            <a:srgbClr val="C5CAE9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iamond 6"/>
          <p:cNvSpPr/>
          <p:nvPr/>
        </p:nvSpPr>
        <p:spPr>
          <a:xfrm>
            <a:off x="8046720" y="5943600"/>
            <a:ext cx="457200" cy="457200"/>
          </a:xfrm>
          <a:prstGeom prst="diamond">
            <a:avLst/>
          </a:prstGeom>
          <a:solidFill>
            <a:srgbClr val="C5CAE9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Diamond 7"/>
          <p:cNvSpPr/>
          <p:nvPr/>
        </p:nvSpPr>
        <p:spPr>
          <a:xfrm>
            <a:off x="8412480" y="5669280"/>
            <a:ext cx="228600" cy="228600"/>
          </a:xfrm>
          <a:prstGeom prst="diamond">
            <a:avLst/>
          </a:prstGeom>
          <a:solidFill>
            <a:srgbClr val="C8C8C8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58368" y="1298448"/>
            <a:ext cx="2706624" cy="2706624"/>
          </a:xfrm>
          <a:prstGeom prst="ellipse">
            <a:avLst/>
          </a:prstGeom>
          <a:noFill/>
          <a:ln w="254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31520" y="1371600"/>
            <a:ext cx="2560320" cy="2560320"/>
          </a:xfrm>
          <a:prstGeom prst="ellipse">
            <a:avLst/>
          </a:prstGeom>
          <a:solidFill>
            <a:srgbClr val="000000">
              <a:alpha val="8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508760" y="1828800"/>
            <a:ext cx="1005840" cy="1005840"/>
          </a:xfrm>
          <a:prstGeom prst="ellipse">
            <a:avLst/>
          </a:prstGeom>
          <a:solidFill>
            <a:srgbClr val="333333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234440" y="2834640"/>
            <a:ext cx="1554480" cy="914400"/>
          </a:xfrm>
          <a:prstGeom prst="ellipse">
            <a:avLst/>
          </a:prstGeom>
          <a:solidFill>
            <a:srgbClr val="333333">
              <a:alpha val="7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40480" y="1463040"/>
            <a:ext cx="4754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212121"/>
                </a:solidFill>
              </a:defRPr>
            </a:pPr>
            <a:r>
              <a:t>姓名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0480" y="2286000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C8C8C8"/>
                </a:solidFill>
              </a:defRPr>
            </a:pPr>
            <a:r>
              <a:t>职位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840480" y="3017520"/>
            <a:ext cx="2286000" cy="45720"/>
          </a:xfrm>
          <a:prstGeom prst="rect">
            <a:avLst/>
          </a:prstGeom>
          <a:gradFill rotWithShape="1">
            <a:gsLst>
              <a:gs pos="0">
                <a:srgbClr val="000000"/>
              </a:gs>
              <a:gs pos="100000">
                <a:srgbClr val="C8C8C8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840480" y="3291840"/>
            <a:ext cx="47548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</a:defRPr>
            </a:pPr>
            <a:r>
              <a:t>个人简介信息，可包含多行描述内容。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6217920"/>
            <a:ext cx="7680960" cy="27432"/>
          </a:xfrm>
          <a:prstGeom prst="rect">
            <a:avLst/>
          </a:prstGeom>
          <a:gradFill rotWithShape="1">
            <a:gsLst>
              <a:gs pos="0">
                <a:srgbClr val="C5CAE9"/>
              </a:gs>
              <a:gs pos="100000">
                <a:srgbClr val="C8C8C8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iming>
    <p:tnLst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3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0"/>
                  </p:stCondLst>
                  <p:duration>500</p:duration>
                  <p:tgtEl>
                    <p:spTgt spid="3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4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100"/>
                  </p:stCondLst>
                  <p:duration>500</p:duration>
                  <p:tgtEl>
                    <p:spTgt spid="4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5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150"/>
                  </p:stCondLst>
                  <p:duration>500</p:duration>
                  <p:tgtEl>
                    <p:spTgt spid="5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6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300"/>
                  </p:stCondLst>
                  <p:duration>500</p:duration>
                  <p:tgtEl>
                    <p:spTgt spid="6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7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350"/>
                  </p:stCondLst>
                  <p:duration>500</p:duration>
                  <p:tgtEl>
                    <p:spTgt spid="7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8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400"/>
                  </p:stCondLst>
                  <p:duration>500</p:duration>
                  <p:tgtEl>
                    <p:spTgt spid="8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9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50"/>
                  </p:stCondLst>
                  <p:duration>600</p:duration>
                  <p:tgtEl>
                    <p:spTgt spid="9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0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100"/>
                  </p:stCondLst>
                  <p:duration>600</p:duration>
                  <p:tgtEl>
                    <p:spTgt spid="10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1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150"/>
                  </p:stCondLst>
                  <p:duration>600</p:duration>
                  <p:tgtEl>
                    <p:spTgt spid="11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2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200"/>
                  </p:stCondLst>
                  <p:duration>600</p:duration>
                  <p:tgtEl>
                    <p:spTgt spid="12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3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250"/>
                  </p:stCondLst>
                  <p:duration>600</p:duration>
                  <p:tgtEl>
                    <p:spTgt spid="13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4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350"/>
                  </p:stCondLst>
                  <p:duration>600</p:duration>
                  <p:tgtEl>
                    <p:spTgt spid="14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5"/>
                  </p:tgtEl>
                </p:cBhvr>
                <p:attrNameLst>
                  <p:attrName>style.visibility</p:attrName>
                </p:attrNameLst>
              </p:set>
              <p:anim effect="wipe" filter="in">
                <p:cBhvr>
                  <p:stCondLst>
                    <p:cond delay="400"/>
                  </p:stCondLst>
                  <p:duration>400</p:duration>
                  <p:tgtEl>
                    <p:spTgt spid="15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6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450"/>
                  </p:stCondLst>
                  <p:duration>600</p:duration>
                  <p:tgtEl>
                    <p:spTgt spid="16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7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500"/>
                  </p:stCondLst>
                  <p:duration>500</p:duration>
                  <p:tgtEl>
                    <p:spTgt spid="17"/>
                  </p:tgtEl>
                </p:cBhvr>
              </p:anim>
            </p:childTnLst>
            <p:nodeType>clickEffect</p:nodeType>
          </p:seq>
        </p:childTnLst>
      </p:seq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