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A8D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A8DAB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A8D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2D6A4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52B78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52B78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DAB5"/>
                </a:solidFill>
              </a:defRPr>
            </a:pPr>
            <a:r>
              <a:t>职位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个人简介信息，可包含多行描述内容。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