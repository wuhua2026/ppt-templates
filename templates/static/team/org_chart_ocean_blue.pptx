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组织架构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987552"/>
            <a:ext cx="2194560" cy="36576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762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90420"/>
            <a:ext cx="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30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7098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178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5346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930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6514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7098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7682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960120"/>
            <a:ext cx="2011680" cy="82296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1005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张三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CEO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91640" y="2446020"/>
            <a:ext cx="1737360" cy="777240"/>
          </a:xfrm>
          <a:prstGeom prst="round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李四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技术总监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2446020"/>
            <a:ext cx="1737360" cy="777240"/>
          </a:xfrm>
          <a:prstGeom prst="round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王五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产品总监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2446020"/>
            <a:ext cx="1737360" cy="777240"/>
          </a:xfrm>
          <a:prstGeom prst="round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赵六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运营总监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钱七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前端组长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892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孙八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后端组长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周九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产品经理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1228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吴十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市场经理</a:t>
            </a:r>
          </a:p>
        </p:txBody>
      </p:sp>
      <p:sp>
        <p:nvSpPr>
          <p:cNvPr id="51" name="Diamond 50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mond 51"/>
          <p:cNvSpPr/>
          <p:nvPr/>
        </p:nvSpPr>
        <p:spPr>
          <a:xfrm>
            <a:off x="8686800" y="182880"/>
            <a:ext cx="228600" cy="228600"/>
          </a:xfrm>
          <a:prstGeom prst="diamond">
            <a:avLst/>
          </a:prstGeom>
          <a:solidFill>
            <a:srgbClr val="90E0E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300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300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300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300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50"/>
                  </p:stCondLst>
                  <p:duration>300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80"/>
                  </p:stCondLst>
                  <p:duration>500</p:duration>
                  <p:tgtEl>
                    <p:spTgt spid="3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3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3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60"/>
                  </p:stCondLst>
                  <p:duration>500</p:duration>
                  <p:tgtEl>
                    <p:spTgt spid="4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40"/>
                  </p:stCondLst>
                  <p:duration>500</p:duration>
                  <p:tgtEl>
                    <p:spTgt spid="4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5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400</p:duration>
                  <p:tgtEl>
                    <p:spTgt spid="5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