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核心团队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张明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CEO 首席执行官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李华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CTO 首席技术官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王芳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CPO 首席产品官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赵强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CFO 首席财务官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陈静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COO 首席运营官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刘伟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CMO 首席营销官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