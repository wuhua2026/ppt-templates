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</a:defRPr>
            </a:pPr>
            <a:r>
              <a:t>发展历程</a:t>
            </a:r>
          </a:p>
        </p:txBody>
      </p:sp>
      <p:sp>
        <p:nvSpPr>
          <p:cNvPr id="1003" name="Oval 1002"/>
          <p:cNvSpPr/>
          <p:nvPr/>
        </p:nvSpPr>
        <p:spPr>
          <a:xfrm>
            <a:off x="1335024" y="3022467"/>
            <a:ext cx="329184" cy="32918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4" name="Connector 1003"/>
          <p:cNvCxnSpPr/>
          <p:nvPr/>
        </p:nvCxnSpPr>
        <p:spPr>
          <a:xfrm>
            <a:off x="1499616" y="3187059"/>
            <a:ext cx="0" cy="483882"/>
          </a:xfrm>
          <a:prstGeom prst="line">
            <a:avLst/>
          </a:prstGeom>
          <a:ln w="1270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5" name="TextBox 1004"/>
          <p:cNvSpPr txBox="1"/>
          <p:nvPr/>
        </p:nvSpPr>
        <p:spPr>
          <a:xfrm>
            <a:off x="768096" y="192518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2020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768096" y="215378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公司成立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768096" y="242810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初创团队组建</a:t>
            </a:r>
          </a:p>
        </p:txBody>
      </p:sp>
      <p:sp>
        <p:nvSpPr>
          <p:cNvPr id="1008" name="Oval 1007"/>
          <p:cNvSpPr/>
          <p:nvPr/>
        </p:nvSpPr>
        <p:spPr>
          <a:xfrm>
            <a:off x="2871216" y="3780669"/>
            <a:ext cx="329184" cy="32918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9" name="Connector 1008"/>
          <p:cNvCxnSpPr/>
          <p:nvPr/>
        </p:nvCxnSpPr>
        <p:spPr>
          <a:xfrm flipV="1">
            <a:off x="3035808" y="2912739"/>
            <a:ext cx="0" cy="1032522"/>
          </a:xfrm>
          <a:prstGeom prst="line">
            <a:avLst/>
          </a:prstGeom>
          <a:ln w="1270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TextBox 1009"/>
          <p:cNvSpPr txBox="1"/>
          <p:nvPr/>
        </p:nvSpPr>
        <p:spPr>
          <a:xfrm>
            <a:off x="2304288" y="4247013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2021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2304288" y="447561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产品研发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2304288" y="474993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核心产品上线</a:t>
            </a:r>
          </a:p>
        </p:txBody>
      </p:sp>
      <p:sp>
        <p:nvSpPr>
          <p:cNvPr id="1013" name="Oval 1012"/>
          <p:cNvSpPr/>
          <p:nvPr/>
        </p:nvSpPr>
        <p:spPr>
          <a:xfrm>
            <a:off x="4407408" y="2029968"/>
            <a:ext cx="329184" cy="32918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4" name="Connector 1013"/>
          <p:cNvCxnSpPr/>
          <p:nvPr/>
        </p:nvCxnSpPr>
        <p:spPr>
          <a:xfrm>
            <a:off x="4572000" y="2194560"/>
            <a:ext cx="0" cy="2468880"/>
          </a:xfrm>
          <a:prstGeom prst="line">
            <a:avLst/>
          </a:prstGeom>
          <a:ln w="1270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5" name="TextBox 1014"/>
          <p:cNvSpPr txBox="1"/>
          <p:nvPr/>
        </p:nvSpPr>
        <p:spPr>
          <a:xfrm>
            <a:off x="3840480" y="93268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2022</a:t>
            </a:r>
          </a:p>
        </p:txBody>
      </p:sp>
      <p:sp>
        <p:nvSpPr>
          <p:cNvPr id="1016" name="TextBox 1015"/>
          <p:cNvSpPr txBox="1"/>
          <p:nvPr/>
        </p:nvSpPr>
        <p:spPr>
          <a:xfrm>
            <a:off x="3840480" y="11612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市场拓展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3840480" y="1435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全国市场布局</a:t>
            </a:r>
          </a:p>
        </p:txBody>
      </p:sp>
      <p:sp>
        <p:nvSpPr>
          <p:cNvPr id="1018" name="Oval 1017"/>
          <p:cNvSpPr/>
          <p:nvPr/>
        </p:nvSpPr>
        <p:spPr>
          <a:xfrm>
            <a:off x="5943600" y="3780669"/>
            <a:ext cx="329184" cy="32918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9" name="Connector 1018"/>
          <p:cNvCxnSpPr/>
          <p:nvPr/>
        </p:nvCxnSpPr>
        <p:spPr>
          <a:xfrm flipV="1">
            <a:off x="6108192" y="2912739"/>
            <a:ext cx="0" cy="1032522"/>
          </a:xfrm>
          <a:prstGeom prst="line">
            <a:avLst/>
          </a:prstGeom>
          <a:ln w="1270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0" name="TextBox 1019"/>
          <p:cNvSpPr txBox="1"/>
          <p:nvPr/>
        </p:nvSpPr>
        <p:spPr>
          <a:xfrm>
            <a:off x="5376672" y="4247013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2023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5376672" y="447561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A轮融资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5376672" y="474993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完成千万融资</a:t>
            </a:r>
          </a:p>
        </p:txBody>
      </p:sp>
      <p:sp>
        <p:nvSpPr>
          <p:cNvPr id="1023" name="Oval 1022"/>
          <p:cNvSpPr/>
          <p:nvPr/>
        </p:nvSpPr>
        <p:spPr>
          <a:xfrm>
            <a:off x="7479792" y="3022467"/>
            <a:ext cx="329184" cy="329184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4" name="Connector 1023"/>
          <p:cNvCxnSpPr/>
          <p:nvPr/>
        </p:nvCxnSpPr>
        <p:spPr>
          <a:xfrm>
            <a:off x="7644384" y="3187059"/>
            <a:ext cx="0" cy="483882"/>
          </a:xfrm>
          <a:prstGeom prst="line">
            <a:avLst/>
          </a:prstGeom>
          <a:ln w="12700">
            <a:solidFill>
              <a:srgbClr val="BDC3C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TextBox 1024"/>
          <p:cNvSpPr txBox="1"/>
          <p:nvPr/>
        </p:nvSpPr>
        <p:spPr>
          <a:xfrm>
            <a:off x="6912864" y="192518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2024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6912864" y="215378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国际化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6912864" y="242810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海外市场开拓</a:t>
            </a:r>
          </a:p>
        </p:txBody>
      </p:sp>
      <p:sp>
        <p:nvSpPr>
          <p:cNvPr id="1028" name="Oval 1027"/>
          <p:cNvSpPr/>
          <p:nvPr/>
        </p:nvSpPr>
        <p:spPr>
          <a:xfrm>
            <a:off x="457200" y="6400800"/>
            <a:ext cx="137160" cy="1371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640080" y="63825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Past</a:t>
            </a:r>
          </a:p>
        </p:txBody>
      </p:sp>
      <p:sp>
        <p:nvSpPr>
          <p:cNvPr id="1030" name="Oval 1029"/>
          <p:cNvSpPr/>
          <p:nvPr/>
        </p:nvSpPr>
        <p:spPr>
          <a:xfrm>
            <a:off x="1280160" y="6400800"/>
            <a:ext cx="137160" cy="1371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TextBox 1030"/>
          <p:cNvSpPr txBox="1"/>
          <p:nvPr/>
        </p:nvSpPr>
        <p:spPr>
          <a:xfrm>
            <a:off x="1463040" y="638251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Future</a:t>
            </a:r>
          </a:p>
        </p:txBody>
      </p:sp>
    </p:spTree>
  </p:cSld>
  <p:clrMapOvr>
    <a:masterClrMapping/>
  </p:clrMapOvr>
  <p:sp>
    <p:nvSpPr>
      <p:cNvPr id="1001" name="WavePath"/>
      <p:cNvSpPr/>
      <p:nvPr/>
    </p:nvSpPr>
    <p:spPr>
      <a:xfrm>
        <a:off x="0" y="0"/>
        <a:ext cx="0" cy="0"/>
      </a:xfrm>
      <a:prstGeom prst="line">
        <a:avLst/>
      </a:prstGeom>
      <a:ln w="31750" cap="round" cmpd="sng">
        <a:solidFill>
          <a:srgbClr val="3498DB"/>
        </a:solidFill>
      </a:ln>
    </p:spPr>
    <p:txBody>
      <a:bodyPr/>
      <a:lstStyle/>
      <a:p>
        <a:endParaRPr lang="zh-CN"/>
      </a:p>
    </p:txBody>
    <p:spPr>
      <a:pathLst>
        <a:path w="0" h="0">
          <a:moveTo>
            <a:pt x="731520" y="2743200"/>
          </a:moveTo>
          <a:lnTo>
            <a:pt x="827532" y="2807685"/>
          </a:lnTo>
          <a:lnTo>
            <a:pt x="923544" y="2871277"/>
          </a:lnTo>
          <a:lnTo>
            <a:pt x="1019556" y="2933093"/>
          </a:lnTo>
          <a:lnTo>
            <a:pt x="1115568" y="2992277"/>
          </a:lnTo>
          <a:lnTo>
            <a:pt x="1211580" y="3048008"/>
          </a:lnTo>
          <a:lnTo>
            <a:pt x="1307592" y="3099513"/>
          </a:lnTo>
          <a:lnTo>
            <a:pt x="1403604" y="3146078"/>
          </a:lnTo>
          <a:lnTo>
            <a:pt x="1499616" y="3187059"/>
          </a:lnTo>
          <a:lnTo>
            <a:pt x="1595628" y="3221886"/>
          </a:lnTo>
          <a:lnTo>
            <a:pt x="1691640" y="3250077"/>
          </a:lnTo>
          <a:lnTo>
            <a:pt x="1787652" y="3271241"/>
          </a:lnTo>
          <a:lnTo>
            <a:pt x="1883664" y="3285085"/>
          </a:lnTo>
          <a:lnTo>
            <a:pt x="1979676" y="3291417"/>
          </a:lnTo>
          <a:lnTo>
            <a:pt x="2075688" y="3290148"/>
          </a:lnTo>
          <a:lnTo>
            <a:pt x="2171700" y="3281298"/>
          </a:lnTo>
          <a:lnTo>
            <a:pt x="2267712" y="3264987"/>
          </a:lnTo>
          <a:lnTo>
            <a:pt x="2363724" y="3241443"/>
          </a:lnTo>
          <a:lnTo>
            <a:pt x="2459736" y="3210992"/>
          </a:lnTo>
          <a:lnTo>
            <a:pt x="2555748" y="3174056"/>
          </a:lnTo>
          <a:lnTo>
            <a:pt x="2651760" y="3131147"/>
          </a:lnTo>
          <a:lnTo>
            <a:pt x="2747772" y="3082859"/>
          </a:lnTo>
          <a:lnTo>
            <a:pt x="2843784" y="3029863"/>
          </a:lnTo>
          <a:lnTo>
            <a:pt x="2939796" y="2972893"/>
          </a:lnTo>
          <a:lnTo>
            <a:pt x="3035808" y="2912739"/>
          </a:lnTo>
          <a:lnTo>
            <a:pt x="3131820" y="2850234"/>
          </a:lnTo>
          <a:lnTo>
            <a:pt x="3227832" y="2786245"/>
          </a:lnTo>
          <a:lnTo>
            <a:pt x="3323844" y="2721661"/>
          </a:lnTo>
          <a:lnTo>
            <a:pt x="3419856" y="2657374"/>
          </a:lnTo>
          <a:lnTo>
            <a:pt x="3515868" y="2594277"/>
          </a:lnTo>
          <a:lnTo>
            <a:pt x="3611880" y="2533245"/>
          </a:lnTo>
          <a:lnTo>
            <a:pt x="3707892" y="2475123"/>
          </a:lnTo>
          <a:lnTo>
            <a:pt x="3803904" y="2420718"/>
          </a:lnTo>
          <a:lnTo>
            <a:pt x="3899916" y="2370783"/>
          </a:lnTo>
          <a:lnTo>
            <a:pt x="3995928" y="2326011"/>
          </a:lnTo>
          <a:lnTo>
            <a:pt x="4091940" y="2287023"/>
          </a:lnTo>
          <a:lnTo>
            <a:pt x="4187952" y="2254359"/>
          </a:lnTo>
          <a:lnTo>
            <a:pt x="4283964" y="2228471"/>
          </a:lnTo>
          <a:lnTo>
            <a:pt x="4379976" y="2209719"/>
          </a:lnTo>
          <a:lnTo>
            <a:pt x="4475988" y="2198363"/>
          </a:lnTo>
          <a:lnTo>
            <a:pt x="4572000" y="2194560"/>
          </a:lnTo>
          <a:lnTo>
            <a:pt x="4668011" y="2198363"/>
          </a:lnTo>
          <a:lnTo>
            <a:pt x="4764024" y="2209719"/>
          </a:lnTo>
          <a:lnTo>
            <a:pt x="4860036" y="2228471"/>
          </a:lnTo>
          <a:lnTo>
            <a:pt x="4956048" y="2254359"/>
          </a:lnTo>
          <a:lnTo>
            <a:pt x="5052060" y="2287023"/>
          </a:lnTo>
          <a:lnTo>
            <a:pt x="5148072" y="2326011"/>
          </a:lnTo>
          <a:lnTo>
            <a:pt x="5244084" y="2370783"/>
          </a:lnTo>
          <a:lnTo>
            <a:pt x="5340096" y="2420718"/>
          </a:lnTo>
          <a:lnTo>
            <a:pt x="5436108" y="2475123"/>
          </a:lnTo>
          <a:lnTo>
            <a:pt x="5532120" y="2533245"/>
          </a:lnTo>
          <a:lnTo>
            <a:pt x="5628132" y="2594277"/>
          </a:lnTo>
          <a:lnTo>
            <a:pt x="5724144" y="2657374"/>
          </a:lnTo>
          <a:lnTo>
            <a:pt x="5820156" y="2721661"/>
          </a:lnTo>
          <a:lnTo>
            <a:pt x="5916168" y="2786245"/>
          </a:lnTo>
          <a:lnTo>
            <a:pt x="6012180" y="2850234"/>
          </a:lnTo>
          <a:lnTo>
            <a:pt x="6108192" y="2912739"/>
          </a:lnTo>
          <a:lnTo>
            <a:pt x="6204204" y="2972893"/>
          </a:lnTo>
          <a:lnTo>
            <a:pt x="6300216" y="3029863"/>
          </a:lnTo>
          <a:lnTo>
            <a:pt x="6396228" y="3082859"/>
          </a:lnTo>
          <a:lnTo>
            <a:pt x="6492240" y="3131147"/>
          </a:lnTo>
          <a:lnTo>
            <a:pt x="6588252" y="3174056"/>
          </a:lnTo>
          <a:lnTo>
            <a:pt x="6684264" y="3210992"/>
          </a:lnTo>
          <a:lnTo>
            <a:pt x="6780276" y="3241443"/>
          </a:lnTo>
          <a:lnTo>
            <a:pt x="6876288" y="3264987"/>
          </a:lnTo>
          <a:lnTo>
            <a:pt x="6972300" y="3281298"/>
          </a:lnTo>
          <a:lnTo>
            <a:pt x="7068312" y="3290148"/>
          </a:lnTo>
          <a:lnTo>
            <a:pt x="7164324" y="3291417"/>
          </a:lnTo>
          <a:lnTo>
            <a:pt x="7260336" y="3285085"/>
          </a:lnTo>
          <a:lnTo>
            <a:pt x="7356348" y="3271241"/>
          </a:lnTo>
          <a:lnTo>
            <a:pt x="7452360" y="3250077"/>
          </a:lnTo>
          <a:lnTo>
            <a:pt x="7548372" y="3221886"/>
          </a:lnTo>
          <a:lnTo>
            <a:pt x="7644384" y="3187059"/>
          </a:lnTo>
          <a:lnTo>
            <a:pt x="7740396" y="3146078"/>
          </a:lnTo>
          <a:lnTo>
            <a:pt x="7836408" y="3099513"/>
          </a:lnTo>
          <a:lnTo>
            <a:pt x="7932420" y="3048008"/>
          </a:lnTo>
          <a:lnTo>
            <a:pt x="8028432" y="2992277"/>
          </a:lnTo>
          <a:lnTo>
            <a:pt x="8124444" y="2933093"/>
          </a:lnTo>
          <a:lnTo>
            <a:pt x="8220456" y="2871277"/>
          </a:lnTo>
          <a:lnTo>
            <a:pt x="8316468" y="2807685"/>
          </a:lnTo>
          <a:lnTo>
            <a:pt x="8412480" y="2743200"/>
          </a:lnTo>
        </a:path>
      </a:pathLst>
    </p:spPr>
  </p:sp>
  <p:sp>
    <p:nvSpPr>
      <p:cNvPr id="1002" name="WavePath"/>
      <p:cNvSpPr/>
      <p:nvPr/>
    </p:nvSpPr>
    <p:spPr>
      <a:xfrm>
        <a:off x="0" y="0"/>
        <a:ext cx="0" cy="0"/>
      </a:xfrm>
      <a:prstGeom prst="line">
        <a:avLst/>
      </a:prstGeom>
      <a:ln w="31750" cap="round" cmpd="sng">
        <a:solidFill>
          <a:srgbClr val="2ECC71"/>
        </a:solidFill>
      </a:ln>
    </p:spPr>
    <p:txBody>
      <a:bodyPr/>
      <a:lstStyle/>
      <a:p>
        <a:endParaRPr lang="zh-CN"/>
      </a:p>
    </p:txBody>
    <p:spPr>
      <a:pathLst>
        <a:path w="0" h="0">
          <a:moveTo>
            <a:pt x="731520" y="4114800"/>
          </a:moveTo>
          <a:lnTo>
            <a:pt x="827532" y="4050315"/>
          </a:lnTo>
          <a:lnTo>
            <a:pt x="923544" y="3986723"/>
          </a:lnTo>
          <a:lnTo>
            <a:pt x="1019556" y="3924907"/>
          </a:lnTo>
          <a:lnTo>
            <a:pt x="1115568" y="3865723"/>
          </a:lnTo>
          <a:lnTo>
            <a:pt x="1211580" y="3809992"/>
          </a:lnTo>
          <a:lnTo>
            <a:pt x="1307592" y="3758487"/>
          </a:lnTo>
          <a:lnTo>
            <a:pt x="1403604" y="3711922"/>
          </a:lnTo>
          <a:lnTo>
            <a:pt x="1499616" y="3670941"/>
          </a:lnTo>
          <a:lnTo>
            <a:pt x="1595628" y="3636114"/>
          </a:lnTo>
          <a:lnTo>
            <a:pt x="1691640" y="3607923"/>
          </a:lnTo>
          <a:lnTo>
            <a:pt x="1787652" y="3586759"/>
          </a:lnTo>
          <a:lnTo>
            <a:pt x="1883664" y="3572915"/>
          </a:lnTo>
          <a:lnTo>
            <a:pt x="1979676" y="3566583"/>
          </a:lnTo>
          <a:lnTo>
            <a:pt x="2075688" y="3567852"/>
          </a:lnTo>
          <a:lnTo>
            <a:pt x="2171700" y="3576702"/>
          </a:lnTo>
          <a:lnTo>
            <a:pt x="2267712" y="3593013"/>
          </a:lnTo>
          <a:lnTo>
            <a:pt x="2363724" y="3616557"/>
          </a:lnTo>
          <a:lnTo>
            <a:pt x="2459736" y="3647008"/>
          </a:lnTo>
          <a:lnTo>
            <a:pt x="2555748" y="3683944"/>
          </a:lnTo>
          <a:lnTo>
            <a:pt x="2651760" y="3726853"/>
          </a:lnTo>
          <a:lnTo>
            <a:pt x="2747772" y="3775141"/>
          </a:lnTo>
          <a:lnTo>
            <a:pt x="2843784" y="3828137"/>
          </a:lnTo>
          <a:lnTo>
            <a:pt x="2939796" y="3885107"/>
          </a:lnTo>
          <a:lnTo>
            <a:pt x="3035808" y="3945261"/>
          </a:lnTo>
          <a:lnTo>
            <a:pt x="3131820" y="4007766"/>
          </a:lnTo>
          <a:lnTo>
            <a:pt x="3227832" y="4071755"/>
          </a:lnTo>
          <a:lnTo>
            <a:pt x="3323844" y="4136339"/>
          </a:lnTo>
          <a:lnTo>
            <a:pt x="3419856" y="4200626"/>
          </a:lnTo>
          <a:lnTo>
            <a:pt x="3515868" y="4263723"/>
          </a:lnTo>
          <a:lnTo>
            <a:pt x="3611880" y="4324755"/>
          </a:lnTo>
          <a:lnTo>
            <a:pt x="3707892" y="4382877"/>
          </a:lnTo>
          <a:lnTo>
            <a:pt x="3803904" y="4437282"/>
          </a:lnTo>
          <a:lnTo>
            <a:pt x="3899916" y="4487217"/>
          </a:lnTo>
          <a:lnTo>
            <a:pt x="3995928" y="4531989"/>
          </a:lnTo>
          <a:lnTo>
            <a:pt x="4091940" y="4570977"/>
          </a:lnTo>
          <a:lnTo>
            <a:pt x="4187952" y="4603641"/>
          </a:lnTo>
          <a:lnTo>
            <a:pt x="4283964" y="4629529"/>
          </a:lnTo>
          <a:lnTo>
            <a:pt x="4379976" y="4648281"/>
          </a:lnTo>
          <a:lnTo>
            <a:pt x="4475988" y="4659637"/>
          </a:lnTo>
          <a:lnTo>
            <a:pt x="4572000" y="4663440"/>
          </a:lnTo>
          <a:lnTo>
            <a:pt x="4668011" y="4659637"/>
          </a:lnTo>
          <a:lnTo>
            <a:pt x="4764024" y="4648281"/>
          </a:lnTo>
          <a:lnTo>
            <a:pt x="4860036" y="4629529"/>
          </a:lnTo>
          <a:lnTo>
            <a:pt x="4956048" y="4603641"/>
          </a:lnTo>
          <a:lnTo>
            <a:pt x="5052060" y="4570977"/>
          </a:lnTo>
          <a:lnTo>
            <a:pt x="5148072" y="4531989"/>
          </a:lnTo>
          <a:lnTo>
            <a:pt x="5244084" y="4487217"/>
          </a:lnTo>
          <a:lnTo>
            <a:pt x="5340096" y="4437282"/>
          </a:lnTo>
          <a:lnTo>
            <a:pt x="5436108" y="4382877"/>
          </a:lnTo>
          <a:lnTo>
            <a:pt x="5532120" y="4324755"/>
          </a:lnTo>
          <a:lnTo>
            <a:pt x="5628132" y="4263723"/>
          </a:lnTo>
          <a:lnTo>
            <a:pt x="5724144" y="4200626"/>
          </a:lnTo>
          <a:lnTo>
            <a:pt x="5820156" y="4136339"/>
          </a:lnTo>
          <a:lnTo>
            <a:pt x="5916168" y="4071755"/>
          </a:lnTo>
          <a:lnTo>
            <a:pt x="6012180" y="4007766"/>
          </a:lnTo>
          <a:lnTo>
            <a:pt x="6108192" y="3945261"/>
          </a:lnTo>
          <a:lnTo>
            <a:pt x="6204204" y="3885107"/>
          </a:lnTo>
          <a:lnTo>
            <a:pt x="6300216" y="3828137"/>
          </a:lnTo>
          <a:lnTo>
            <a:pt x="6396228" y="3775141"/>
          </a:lnTo>
          <a:lnTo>
            <a:pt x="6492240" y="3726853"/>
          </a:lnTo>
          <a:lnTo>
            <a:pt x="6588252" y="3683944"/>
          </a:lnTo>
          <a:lnTo>
            <a:pt x="6684264" y="3647008"/>
          </a:lnTo>
          <a:lnTo>
            <a:pt x="6780276" y="3616557"/>
          </a:lnTo>
          <a:lnTo>
            <a:pt x="6876288" y="3593013"/>
          </a:lnTo>
          <a:lnTo>
            <a:pt x="6972300" y="3576702"/>
          </a:lnTo>
          <a:lnTo>
            <a:pt x="7068312" y="3567852"/>
          </a:lnTo>
          <a:lnTo>
            <a:pt x="7164324" y="3566583"/>
          </a:lnTo>
          <a:lnTo>
            <a:pt x="7260336" y="3572915"/>
          </a:lnTo>
          <a:lnTo>
            <a:pt x="7356348" y="3586759"/>
          </a:lnTo>
          <a:lnTo>
            <a:pt x="7452360" y="3607923"/>
          </a:lnTo>
          <a:lnTo>
            <a:pt x="7548372" y="3636114"/>
          </a:lnTo>
          <a:lnTo>
            <a:pt x="7644384" y="3670941"/>
          </a:lnTo>
          <a:lnTo>
            <a:pt x="7740396" y="3711922"/>
          </a:lnTo>
          <a:lnTo>
            <a:pt x="7836408" y="3758487"/>
          </a:lnTo>
          <a:lnTo>
            <a:pt x="7932420" y="3809992"/>
          </a:lnTo>
          <a:lnTo>
            <a:pt x="8028432" y="3865723"/>
          </a:lnTo>
          <a:lnTo>
            <a:pt x="8124444" y="3924907"/>
          </a:lnTo>
          <a:lnTo>
            <a:pt x="8220456" y="3986723"/>
          </a:lnTo>
          <a:lnTo>
            <a:pt x="8316468" y="4050315"/>
          </a:lnTo>
          <a:lnTo>
            <a:pt x="8412480" y="4114800"/>
          </a:lnTo>
        </a:path>
      </a:pathLst>
    </p:spPr>
  </p:sp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