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63238"/>
                </a:solidFill>
              </a:defRPr>
            </a:pPr>
            <a:r>
              <a:t>蜂巢目录</a:t>
            </a:r>
          </a:p>
        </p:txBody>
      </p:sp>
      <p:sp>
        <p:nvSpPr>
          <p:cNvPr id="4" name="Hexagon 3"/>
          <p:cNvSpPr/>
          <p:nvPr/>
        </p:nvSpPr>
        <p:spPr>
          <a:xfrm>
            <a:off x="2715768" y="2675534"/>
            <a:ext cx="1280160" cy="1280160"/>
          </a:xfrm>
          <a:prstGeom prst="hexagon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9128" y="3087014"/>
            <a:ext cx="85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1448" y="400141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7474F"/>
                </a:solidFill>
              </a:defRPr>
            </a:pPr>
            <a:r>
              <a:t>项目概述</a:t>
            </a:r>
          </a:p>
        </p:txBody>
      </p:sp>
      <p:sp>
        <p:nvSpPr>
          <p:cNvPr id="7" name="Hexagon 6"/>
          <p:cNvSpPr/>
          <p:nvPr/>
        </p:nvSpPr>
        <p:spPr>
          <a:xfrm>
            <a:off x="3931920" y="2675534"/>
            <a:ext cx="1280160" cy="1280160"/>
          </a:xfrm>
          <a:prstGeom prst="hexagon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45280" y="3087014"/>
            <a:ext cx="85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00141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7474F"/>
                </a:solidFill>
              </a:defRPr>
            </a:pPr>
            <a:r>
              <a:t>市场分析</a:t>
            </a:r>
          </a:p>
        </p:txBody>
      </p:sp>
      <p:sp>
        <p:nvSpPr>
          <p:cNvPr id="10" name="Hexagon 9"/>
          <p:cNvSpPr/>
          <p:nvPr/>
        </p:nvSpPr>
        <p:spPr>
          <a:xfrm>
            <a:off x="5148072" y="2675534"/>
            <a:ext cx="1280160" cy="1280160"/>
          </a:xfrm>
          <a:prstGeom prst="hexagon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61432" y="3087014"/>
            <a:ext cx="85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400141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7474F"/>
                </a:solidFill>
              </a:defRPr>
            </a:pPr>
            <a:r>
              <a:t>产品设计</a:t>
            </a:r>
          </a:p>
        </p:txBody>
      </p:sp>
      <p:sp>
        <p:nvSpPr>
          <p:cNvPr id="13" name="Hexagon 12"/>
          <p:cNvSpPr/>
          <p:nvPr/>
        </p:nvSpPr>
        <p:spPr>
          <a:xfrm>
            <a:off x="3323844" y="3725265"/>
            <a:ext cx="1280160" cy="1280160"/>
          </a:xfrm>
          <a:prstGeom prst="hexagon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7204" y="4136745"/>
            <a:ext cx="85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9524" y="505114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7474F"/>
                </a:solidFill>
              </a:defRPr>
            </a:pPr>
            <a:r>
              <a:t>技术方案</a:t>
            </a:r>
          </a:p>
        </p:txBody>
      </p:sp>
      <p:sp>
        <p:nvSpPr>
          <p:cNvPr id="16" name="Hexagon 15"/>
          <p:cNvSpPr/>
          <p:nvPr/>
        </p:nvSpPr>
        <p:spPr>
          <a:xfrm>
            <a:off x="4539996" y="3725265"/>
            <a:ext cx="1280160" cy="1280160"/>
          </a:xfrm>
          <a:prstGeom prst="hexagon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3356" y="4136745"/>
            <a:ext cx="85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5676" y="505114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7474F"/>
                </a:solidFill>
              </a:defRPr>
            </a:pPr>
            <a:r>
              <a:t>运营计划</a:t>
            </a:r>
          </a:p>
        </p:txBody>
      </p:sp>
      <p:sp>
        <p:nvSpPr>
          <p:cNvPr id="19" name="Hexagon 18"/>
          <p:cNvSpPr/>
          <p:nvPr/>
        </p:nvSpPr>
        <p:spPr>
          <a:xfrm>
            <a:off x="5756148" y="3725265"/>
            <a:ext cx="1280160" cy="1280160"/>
          </a:xfrm>
          <a:prstGeom prst="hexagon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69508" y="4136745"/>
            <a:ext cx="85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505114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7474F"/>
                </a:solidFill>
              </a:defRPr>
            </a:pPr>
            <a:r>
              <a:t>财务规划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