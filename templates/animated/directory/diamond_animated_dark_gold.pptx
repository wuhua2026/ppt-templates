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12121"/>
                </a:solidFill>
              </a:defRPr>
            </a:pPr>
            <a:r>
              <a:t>内容概览</a:t>
            </a:r>
          </a:p>
        </p:txBody>
      </p:sp>
      <p:sp>
        <p:nvSpPr>
          <p:cNvPr id="4" name="Diamond 3"/>
          <p:cNvSpPr/>
          <p:nvPr/>
        </p:nvSpPr>
        <p:spPr>
          <a:xfrm>
            <a:off x="2240280" y="2468880"/>
            <a:ext cx="1188720" cy="1188720"/>
          </a:xfrm>
          <a:prstGeom prst="diamond">
            <a:avLst/>
          </a:prstGeom>
          <a:gradFill rotWithShape="1">
            <a:gsLst>
              <a:gs pos="0">
                <a:srgbClr val="2196F3"/>
              </a:gs>
              <a:gs pos="100000">
                <a:srgbClr val="1565C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40280" y="2766060"/>
            <a:ext cx="1188720" cy="416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35981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24242"/>
                </a:solidFill>
              </a:defRPr>
            </a:pPr>
            <a:r>
              <a:t>项目概述</a:t>
            </a:r>
          </a:p>
        </p:txBody>
      </p:sp>
      <p:sp>
        <p:nvSpPr>
          <p:cNvPr id="7" name="Diamond 6"/>
          <p:cNvSpPr/>
          <p:nvPr/>
        </p:nvSpPr>
        <p:spPr>
          <a:xfrm>
            <a:off x="3977640" y="2468880"/>
            <a:ext cx="1188720" cy="1188720"/>
          </a:xfrm>
          <a:prstGeom prst="diamond">
            <a:avLst/>
          </a:prstGeom>
          <a:gradFill rotWithShape="1">
            <a:gsLst>
              <a:gs pos="0">
                <a:srgbClr val="2196F3"/>
              </a:gs>
              <a:gs pos="100000">
                <a:srgbClr val="1565C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40" y="2766060"/>
            <a:ext cx="1188720" cy="416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5981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24242"/>
                </a:solidFill>
              </a:defRPr>
            </a:pPr>
            <a:r>
              <a:t>市场分析</a:t>
            </a:r>
          </a:p>
        </p:txBody>
      </p:sp>
      <p:sp>
        <p:nvSpPr>
          <p:cNvPr id="10" name="Diamond 9"/>
          <p:cNvSpPr/>
          <p:nvPr/>
        </p:nvSpPr>
        <p:spPr>
          <a:xfrm>
            <a:off x="5715000" y="2468880"/>
            <a:ext cx="1188720" cy="1188720"/>
          </a:xfrm>
          <a:prstGeom prst="diamond">
            <a:avLst/>
          </a:prstGeom>
          <a:gradFill rotWithShape="1">
            <a:gsLst>
              <a:gs pos="0">
                <a:srgbClr val="1565C0"/>
              </a:gs>
              <a:gs pos="100000">
                <a:srgbClr val="0D47A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2766060"/>
            <a:ext cx="1188720" cy="416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35981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24242"/>
                </a:solidFill>
              </a:defRPr>
            </a:pPr>
            <a:r>
              <a:t>产品设计</a:t>
            </a:r>
          </a:p>
        </p:txBody>
      </p:sp>
      <p:sp>
        <p:nvSpPr>
          <p:cNvPr id="13" name="Diamond 12"/>
          <p:cNvSpPr/>
          <p:nvPr/>
        </p:nvSpPr>
        <p:spPr>
          <a:xfrm>
            <a:off x="2240280" y="4206240"/>
            <a:ext cx="1188720" cy="1188720"/>
          </a:xfrm>
          <a:prstGeom prst="diamond">
            <a:avLst/>
          </a:prstGeom>
          <a:gradFill rotWithShape="1">
            <a:gsLst>
              <a:gs pos="0">
                <a:srgbClr val="1565C0"/>
              </a:gs>
              <a:gs pos="100000">
                <a:srgbClr val="0D47A1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80" y="4503420"/>
            <a:ext cx="1188720" cy="416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53355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24242"/>
                </a:solidFill>
              </a:defRPr>
            </a:pPr>
            <a:r>
              <a:t>技术方案</a:t>
            </a:r>
          </a:p>
        </p:txBody>
      </p:sp>
      <p:sp>
        <p:nvSpPr>
          <p:cNvPr id="16" name="Diamond 15"/>
          <p:cNvSpPr/>
          <p:nvPr/>
        </p:nvSpPr>
        <p:spPr>
          <a:xfrm>
            <a:off x="3977640" y="4206240"/>
            <a:ext cx="1188720" cy="1188720"/>
          </a:xfrm>
          <a:prstGeom prst="diamond">
            <a:avLst/>
          </a:prstGeom>
          <a:gradFill rotWithShape="1">
            <a:gsLst>
              <a:gs pos="0">
                <a:srgbClr val="0D47A1"/>
              </a:gs>
              <a:gs pos="100000">
                <a:srgbClr val="42A5F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40" y="4503420"/>
            <a:ext cx="1188720" cy="416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3355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24242"/>
                </a:solidFill>
              </a:defRPr>
            </a:pPr>
            <a:r>
              <a:t>运营计划</a:t>
            </a:r>
          </a:p>
        </p:txBody>
      </p:sp>
      <p:sp>
        <p:nvSpPr>
          <p:cNvPr id="19" name="Diamond 18"/>
          <p:cNvSpPr/>
          <p:nvPr/>
        </p:nvSpPr>
        <p:spPr>
          <a:xfrm>
            <a:off x="5715000" y="4206240"/>
            <a:ext cx="1188720" cy="1188720"/>
          </a:xfrm>
          <a:prstGeom prst="diamond">
            <a:avLst/>
          </a:prstGeom>
          <a:gradFill rotWithShape="1">
            <a:gsLst>
              <a:gs pos="0">
                <a:srgbClr val="0D47A1"/>
              </a:gs>
              <a:gs pos="100000">
                <a:srgbClr val="42A5F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4503420"/>
            <a:ext cx="1188720" cy="416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53355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24242"/>
                </a:solidFill>
              </a:defRPr>
            </a:pPr>
            <a:r>
              <a:t>财务规划</a:t>
            </a:r>
          </a:p>
        </p:txBody>
      </p:sp>
      <p:sp>
        <p:nvSpPr>
          <p:cNvPr id="22" name="Oval 21"/>
          <p:cNvSpPr/>
          <p:nvPr/>
        </p:nvSpPr>
        <p:spPr>
          <a:xfrm>
            <a:off x="-274320" y="-274320"/>
            <a:ext cx="1097280" cy="109728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03920" y="5943600"/>
            <a:ext cx="1097280" cy="109728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0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100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0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00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0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100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0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00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0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00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0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600</p:duration>
                  <p:tgtEl>
                    <p:spTgt spid="1006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