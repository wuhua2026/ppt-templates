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</a:defRPr>
            </a:pPr>
            <a:r>
              <a:t>数据展示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5099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4882896"/>
            <a:ext cx="7589520" cy="0"/>
          </a:xfrm>
          <a:prstGeom prst="line">
            <a:avLst/>
          </a:prstGeom>
          <a:ln w="9525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477316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69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7280" y="4005072"/>
            <a:ext cx="7589520" cy="0"/>
          </a:xfrm>
          <a:prstGeom prst="line">
            <a:avLst/>
          </a:prstGeom>
          <a:ln w="9525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389534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137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3127248"/>
            <a:ext cx="7589520" cy="0"/>
          </a:xfrm>
          <a:prstGeom prst="line">
            <a:avLst/>
          </a:prstGeom>
          <a:ln w="9525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3017520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206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2249424"/>
            <a:ext cx="7589520" cy="0"/>
          </a:xfrm>
          <a:prstGeom prst="line">
            <a:avLst/>
          </a:prstGeom>
          <a:ln w="9525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2139696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274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7280" y="1371600"/>
            <a:ext cx="7589520" cy="0"/>
          </a:xfrm>
          <a:prstGeom prst="line">
            <a:avLst/>
          </a:prstGeom>
          <a:ln w="9525">
            <a:solidFill>
              <a:srgbClr val="ECF0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5760" y="126187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</a:defRPr>
            </a:pPr>
            <a:r>
              <a:t>343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7280" y="5760720"/>
            <a:ext cx="7589520" cy="0"/>
          </a:xfrm>
          <a:prstGeom prst="line">
            <a:avLst/>
          </a:prstGeom>
          <a:ln w="19050">
            <a:solidFill>
              <a:srgbClr val="BDC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476756" y="4223824"/>
            <a:ext cx="822198" cy="1536896"/>
          </a:xfrm>
          <a:prstGeom prst="rect">
            <a:avLst/>
          </a:prstGeom>
          <a:gradFill rotWithShape="1">
            <a:gsLst>
              <a:gs pos="0">
                <a:srgbClr val="70D4FF"/>
              </a:gs>
              <a:gs pos="100000">
                <a:srgbClr val="3498D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76756" y="3995224"/>
            <a:ext cx="82219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98DB"/>
                </a:solidFill>
              </a:defRPr>
            </a:pPr>
            <a:r>
              <a:t>120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6756" y="5806440"/>
            <a:ext cx="8221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</a:defRPr>
            </a:pPr>
            <a:r>
              <a:t>Q1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78430" y="3609066"/>
            <a:ext cx="822198" cy="2151654"/>
          </a:xfrm>
          <a:prstGeom prst="rect">
            <a:avLst/>
          </a:prstGeom>
          <a:gradFill rotWithShape="1">
            <a:gsLst>
              <a:gs pos="0">
                <a:srgbClr val="FF8878"/>
              </a:gs>
              <a:gs pos="100000">
                <a:srgbClr val="E74C3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8430" y="3380466"/>
            <a:ext cx="82219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74C3C"/>
                </a:solidFill>
              </a:defRPr>
            </a:pPr>
            <a:r>
              <a:t>168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8430" y="5806440"/>
            <a:ext cx="8221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</a:defRPr>
            </a:pPr>
            <a:r>
              <a:t>Q2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80104" y="3135189"/>
            <a:ext cx="822198" cy="2625531"/>
          </a:xfrm>
          <a:prstGeom prst="rect">
            <a:avLst/>
          </a:prstGeom>
          <a:gradFill rotWithShape="1">
            <a:gsLst>
              <a:gs pos="0">
                <a:srgbClr val="6AFFAD"/>
              </a:gs>
              <a:gs pos="100000">
                <a:srgbClr val="2ECC7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0104" y="2906589"/>
            <a:ext cx="82219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CC71"/>
                </a:solidFill>
              </a:defRPr>
            </a:pPr>
            <a:r>
              <a:t>205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0104" y="5806440"/>
            <a:ext cx="8221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</a:defRPr>
            </a:pPr>
            <a:r>
              <a:t>Q3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81778" y="3429761"/>
            <a:ext cx="822198" cy="2330959"/>
          </a:xfrm>
          <a:prstGeom prst="rect">
            <a:avLst/>
          </a:prstGeom>
          <a:gradFill rotWithShape="1">
            <a:gsLst>
              <a:gs pos="0">
                <a:srgbClr val="D795F2"/>
              </a:gs>
              <a:gs pos="100000">
                <a:srgbClr val="9B59B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81778" y="3201161"/>
            <a:ext cx="82219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B59B6"/>
                </a:solidFill>
              </a:defRPr>
            </a:pPr>
            <a:r>
              <a:t>182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81778" y="5806440"/>
            <a:ext cx="8221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</a:defRPr>
            </a:pPr>
            <a:r>
              <a:t>Q4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3452" y="2610083"/>
            <a:ext cx="822198" cy="3150637"/>
          </a:xfrm>
          <a:prstGeom prst="rect">
            <a:avLst/>
          </a:prstGeom>
          <a:gradFill rotWithShape="1">
            <a:gsLst>
              <a:gs pos="0">
                <a:srgbClr val="FFFF4B"/>
              </a:gs>
              <a:gs pos="100000">
                <a:srgbClr val="F1C40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3452" y="2381483"/>
            <a:ext cx="82219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1C40F"/>
                </a:solidFill>
              </a:defRPr>
            </a:pPr>
            <a:r>
              <a:t>246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3452" y="5806440"/>
            <a:ext cx="8221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</a:defRPr>
            </a:pPr>
            <a:r>
              <a:t>Q5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85126" y="1944094"/>
            <a:ext cx="822198" cy="3816626"/>
          </a:xfrm>
          <a:prstGeom prst="rect">
            <a:avLst/>
          </a:prstGeom>
          <a:gradFill rotWithShape="1">
            <a:gsLst>
              <a:gs pos="0">
                <a:srgbClr val="FFBA5E"/>
              </a:gs>
              <a:gs pos="100000">
                <a:srgbClr val="E67E22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85126" y="1715494"/>
            <a:ext cx="82219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298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5126" y="5806440"/>
            <a:ext cx="8221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</a:defRPr>
            </a:pPr>
            <a:r>
              <a:t>Q6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0"/>
                  </p:stCondLst>
                  <p:duration>600</p:duration>
                  <p:tgtEl>
                    <p:spTgt spid="15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300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300"/>
                  </p:stCondLst>
                  <p:duration>600</p:duration>
                  <p:tgtEl>
                    <p:spTgt spid="18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300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600"/>
                  </p:stCondLst>
                  <p:duration>600</p:duration>
                  <p:tgtEl>
                    <p:spTgt spid="21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300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900"/>
                  </p:stCondLst>
                  <p:duration>600</p:duration>
                  <p:tgtEl>
                    <p:spTgt spid="24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300</p:duration>
                  <p:tgtEl>
                    <p:spTgt spid="2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200"/>
                  </p:stCondLst>
                  <p:duration>600</p:duration>
                  <p:tgtEl>
                    <p:spTgt spid="27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0"/>
                  </p:stCondLst>
                  <p:duration>300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500"/>
                  </p:stCondLst>
                  <p:duration>600</p:duration>
                  <p:tgtEl>
                    <p:spTgt spid="30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800"/>
                  </p:stCondLst>
                  <p:duration>300</p:duration>
                  <p:tgtEl>
                    <p:spTgt spid="31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