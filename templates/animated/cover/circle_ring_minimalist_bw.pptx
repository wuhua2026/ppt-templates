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C8C8C8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000000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333333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C8C8C8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00000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333333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