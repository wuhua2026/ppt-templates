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00CC99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00CC99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00B4D8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00CC99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0066C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钻石揭示封面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