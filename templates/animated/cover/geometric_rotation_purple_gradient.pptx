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7B2FBE"/>
              </a:gs>
              <a:gs pos="100000">
                <a:srgbClr val="E040FB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900000">
            <a:off x="1874520" y="1097280"/>
            <a:ext cx="3200400" cy="3200400"/>
          </a:xfrm>
          <a:prstGeom prst="rect">
            <a:avLst/>
          </a:prstGeom>
          <a:gradFill rotWithShape="1">
            <a:gsLst>
              <a:gs pos="0">
                <a:srgbClr val="A882FF"/>
              </a:gs>
              <a:gs pos="100000">
                <a:srgbClr val="7B2FBE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3200400" y="1143000"/>
            <a:ext cx="2743200" cy="2743200"/>
          </a:xfrm>
          <a:prstGeom prst="diamond">
            <a:avLst/>
          </a:prstGeom>
          <a:gradFill rotWithShape="1">
            <a:gsLst>
              <a:gs pos="0">
                <a:srgbClr val="7986CB"/>
              </a:gs>
              <a:gs pos="100000">
                <a:srgbClr val="7B2FBE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-1200000">
            <a:off x="4206240" y="1600200"/>
            <a:ext cx="2560320" cy="2560320"/>
          </a:xfrm>
          <a:prstGeom prst="rect">
            <a:avLst/>
          </a:prstGeom>
          <a:gradFill rotWithShape="1">
            <a:gsLst>
              <a:gs pos="0">
                <a:srgbClr val="C5CAE9"/>
              </a:gs>
              <a:gs pos="100000">
                <a:srgbClr val="7B2FBE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 rot="1800000">
            <a:off x="2697480" y="2834640"/>
            <a:ext cx="2286000" cy="2286000"/>
          </a:xfrm>
          <a:prstGeom prst="diamond">
            <a:avLst/>
          </a:prstGeom>
          <a:gradFill rotWithShape="1">
            <a:gsLst>
              <a:gs pos="0">
                <a:srgbClr val="A882FF"/>
              </a:gs>
              <a:gs pos="100000">
                <a:srgbClr val="7B2FBE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3657600" y="2697480"/>
            <a:ext cx="2926080" cy="2926080"/>
          </a:xfrm>
          <a:prstGeom prst="rect">
            <a:avLst/>
          </a:prstGeom>
          <a:gradFill rotWithShape="1">
            <a:gsLst>
              <a:gs pos="0">
                <a:srgbClr val="7986CB"/>
              </a:gs>
              <a:gs pos="100000">
                <a:srgbClr val="7B2FBE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iamond 7"/>
          <p:cNvSpPr/>
          <p:nvPr/>
        </p:nvSpPr>
        <p:spPr>
          <a:xfrm>
            <a:off x="3657600" y="2514600"/>
            <a:ext cx="1828800" cy="1828800"/>
          </a:xfrm>
          <a:prstGeom prst="diamond">
            <a:avLst/>
          </a:prstGeom>
          <a:gradFill rotWithShape="1">
            <a:gsLst>
              <a:gs pos="0">
                <a:srgbClr val="C5CAE9"/>
              </a:gs>
              <a:gs pos="100000">
                <a:srgbClr val="7B2FBE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-2100000">
            <a:off x="1920240" y="2606040"/>
            <a:ext cx="2011680" cy="2011680"/>
          </a:xfrm>
          <a:prstGeom prst="rect">
            <a:avLst/>
          </a:prstGeom>
          <a:gradFill rotWithShape="1">
            <a:gsLst>
              <a:gs pos="0">
                <a:srgbClr val="A882FF"/>
              </a:gs>
              <a:gs pos="100000">
                <a:srgbClr val="7B2FBE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iamond 9"/>
          <p:cNvSpPr/>
          <p:nvPr/>
        </p:nvSpPr>
        <p:spPr>
          <a:xfrm rot="3600000">
            <a:off x="5120640" y="2423160"/>
            <a:ext cx="1645920" cy="1645920"/>
          </a:xfrm>
          <a:prstGeom prst="diamond">
            <a:avLst/>
          </a:prstGeom>
          <a:gradFill rotWithShape="1">
            <a:gsLst>
              <a:gs pos="0">
                <a:srgbClr val="7986CB"/>
              </a:gs>
              <a:gs pos="100000">
                <a:srgbClr val="7B2FBE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256032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几何旋转封面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65760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C5CAE9"/>
                </a:solidFill>
                <a:latin typeface="Microsoft YaHei"/>
              </a:defRPr>
            </a:pPr>
            <a:r>
              <a:t>Geometric Rotation Cover</a:t>
            </a:r>
          </a:p>
        </p:txBody>
      </p:sp>
    </p:spTree>
  </p:cSld>
  <p:clrMapOvr>
    <a:masterClrMapping/>
  </p:clrMapOvr>
  <p:timing>
    <p:tnLst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0"/>
                  </p:stCondLst>
                  <p:duration>600</p:duration>
                  <p:tgtEl>
                    <p:spTgt spid="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600</p:duration>
                  <p:tgtEl>
                    <p:spTgt spid="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00"/>
                  </p:stCondLst>
                  <p:duration>600</p:duration>
                  <p:tgtEl>
                    <p:spTgt spid="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00"/>
                  </p:stCondLst>
                  <p:duration>600</p:duration>
                  <p:tgtEl>
                    <p:spTgt spid="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00"/>
                  </p:stCondLst>
                  <p:duration>600</p:duration>
                  <p:tgtEl>
                    <p:spTgt spid="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0"/>
                  </p:stCondLst>
                  <p:duration>600</p:duration>
                  <p:tgtEl>
                    <p:spTgt spid="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200"/>
                  </p:stCondLst>
                  <p:duration>600</p:duration>
                  <p:tgtEl>
                    <p:spTgt spid="9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0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400"/>
                  </p:stCondLst>
                  <p:duration>600</p:duration>
                  <p:tgtEl>
                    <p:spTgt spid="10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700"/>
                  </p:stCondLst>
                  <p:duration>700</p:duration>
                  <p:tgtEl>
                    <p:spTgt spid="11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900"/>
                  </p:stCondLst>
                  <p:duration>700</p:duration>
                  <p:tgtEl>
                    <p:spTgt spid="12"/>
                  </p:tgtEl>
                </p:cBhvr>
              </p:anim>
            </p:childTnLst>
            <p:nodeType>clickEffect</p:nodeType>
          </p:seq>
        </p:childTnLst>
      </p:seq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