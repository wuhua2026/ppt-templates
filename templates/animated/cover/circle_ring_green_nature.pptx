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2926080" y="1783080"/>
            <a:ext cx="3291840" cy="3291840"/>
          </a:xfrm>
          <a:prstGeom prst="donut">
            <a:avLst/>
          </a:prstGeom>
          <a:gradFill rotWithShape="1">
            <a:gsLst>
              <a:gs pos="0">
                <a:srgbClr val="A8DAB5"/>
              </a:gs>
              <a:gs pos="100000">
                <a:srgbClr val="26C6D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3861878" y="1883275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4318553" y="3065143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066688" y="2869701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4249036" y="1434830"/>
            <a:ext cx="1097280" cy="1097280"/>
          </a:xfrm>
          <a:prstGeom prst="donut">
            <a:avLst/>
          </a:prstGeom>
          <a:gradFill rotWithShape="1">
            <a:gsLst>
              <a:gs pos="0">
                <a:srgbClr val="2D6A4F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5162387" y="3798566"/>
            <a:ext cx="1097280" cy="1097280"/>
          </a:xfrm>
          <a:prstGeom prst="donut">
            <a:avLst/>
          </a:prstGeom>
          <a:gradFill rotWithShape="1">
            <a:gsLst>
              <a:gs pos="0">
                <a:srgbClr val="2D6A4F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2658656" y="3407683"/>
            <a:ext cx="1097280" cy="1097280"/>
          </a:xfrm>
          <a:prstGeom prst="donut">
            <a:avLst/>
          </a:prstGeom>
          <a:gradFill rotWithShape="1">
            <a:gsLst>
              <a:gs pos="0">
                <a:srgbClr val="2D6A4F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nut 9"/>
          <p:cNvSpPr/>
          <p:nvPr/>
        </p:nvSpPr>
        <p:spPr>
          <a:xfrm>
            <a:off x="4470824" y="1029916"/>
            <a:ext cx="822960" cy="822960"/>
          </a:xfrm>
          <a:prstGeom prst="donut">
            <a:avLst/>
          </a:prstGeom>
          <a:gradFill rotWithShape="1">
            <a:gsLst>
              <a:gs pos="0">
                <a:srgbClr val="52B788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nut 10"/>
          <p:cNvSpPr/>
          <p:nvPr/>
        </p:nvSpPr>
        <p:spPr>
          <a:xfrm>
            <a:off x="5726682" y="4280053"/>
            <a:ext cx="822960" cy="822960"/>
          </a:xfrm>
          <a:prstGeom prst="donut">
            <a:avLst/>
          </a:prstGeom>
          <a:gradFill rotWithShape="1">
            <a:gsLst>
              <a:gs pos="0">
                <a:srgbClr val="52B788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nut 11"/>
          <p:cNvSpPr/>
          <p:nvPr/>
        </p:nvSpPr>
        <p:spPr>
          <a:xfrm>
            <a:off x="2284052" y="3742590"/>
            <a:ext cx="822960" cy="822960"/>
          </a:xfrm>
          <a:prstGeom prst="donut">
            <a:avLst/>
          </a:prstGeom>
          <a:gradFill rotWithShape="1">
            <a:gsLst>
              <a:gs pos="0">
                <a:srgbClr val="52B788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4646893" y="579282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nut 13"/>
          <p:cNvSpPr/>
          <p:nvPr/>
        </p:nvSpPr>
        <p:spPr>
          <a:xfrm>
            <a:off x="6245258" y="4715820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nut 14"/>
          <p:cNvSpPr/>
          <p:nvPr/>
        </p:nvSpPr>
        <p:spPr>
          <a:xfrm>
            <a:off x="1863728" y="4031776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2651760" y="1508760"/>
            <a:ext cx="3840480" cy="3840480"/>
          </a:xfrm>
          <a:prstGeom prst="donut">
            <a:avLst/>
          </a:prstGeom>
          <a:noFill/>
          <a:ln w="19050">
            <a:solidFill>
              <a:srgbClr val="A8DAB5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nut 16"/>
          <p:cNvSpPr/>
          <p:nvPr/>
        </p:nvSpPr>
        <p:spPr>
          <a:xfrm>
            <a:off x="2377440" y="1234440"/>
            <a:ext cx="4389120" cy="4389120"/>
          </a:xfrm>
          <a:prstGeom prst="donut">
            <a:avLst/>
          </a:prstGeom>
          <a:noFill/>
          <a:ln w="19050">
            <a:solidFill>
              <a:srgbClr val="2D6A4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nut 17"/>
          <p:cNvSpPr/>
          <p:nvPr/>
        </p:nvSpPr>
        <p:spPr>
          <a:xfrm>
            <a:off x="2103120" y="960120"/>
            <a:ext cx="4937760" cy="4937760"/>
          </a:xfrm>
          <a:prstGeom prst="donut">
            <a:avLst/>
          </a:prstGeom>
          <a:noFill/>
          <a:ln w="19050">
            <a:solidFill>
              <a:srgbClr val="52B788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971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圆环转场封面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532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2EBF2"/>
                </a:solidFill>
                <a:latin typeface="Microsoft YaHei"/>
              </a:defRPr>
            </a:pPr>
            <a:r>
              <a:t>Circle Ring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0"/>
                  </p:stCondLst>
                  <p:duration>800</p:duration>
                  <p:tgtEl>
                    <p:spTgt spid="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700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