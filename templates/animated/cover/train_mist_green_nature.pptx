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2D6A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2D6A4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A8DAB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A8DAB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52B78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52B78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2D6A4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2D6A4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2D6A4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2D6A4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2D6A4F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2D6A4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2D6A4F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2D6A4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52B788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