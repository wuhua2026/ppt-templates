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00B4D8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0066C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0066C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0066C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00CC99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00CC99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00CC99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00B4D8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0066CC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00CC9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圆环转场封面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