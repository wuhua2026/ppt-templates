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E74C3C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6B6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E74C3C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6B6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6B6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E74C3C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钻石揭示封面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