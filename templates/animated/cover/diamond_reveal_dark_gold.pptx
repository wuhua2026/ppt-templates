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1A0A2E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0">
            <a:off x="6839712" y="3063240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800000">
            <a:off x="6533446" y="4206239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3600000">
            <a:off x="5696712" y="5042974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5400000">
            <a:off x="4553712" y="5349240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7200000">
            <a:off x="3410713" y="5042974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9000000">
            <a:off x="2573978" y="4206239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10800000">
            <a:off x="2267712" y="3063240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12600000">
            <a:off x="2573978" y="1920240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14400000">
            <a:off x="3410712" y="1083506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16200000">
            <a:off x="4553712" y="777240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18000000">
            <a:off x="5696712" y="1083506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19800000">
            <a:off x="6533446" y="1920240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iamond 14"/>
          <p:cNvSpPr/>
          <p:nvPr/>
        </p:nvSpPr>
        <p:spPr>
          <a:xfrm>
            <a:off x="2057400" y="1828800"/>
            <a:ext cx="457200" cy="457200"/>
          </a:xfrm>
          <a:prstGeom prst="diamond">
            <a:avLst/>
          </a:prstGeom>
          <a:gradFill rotWithShape="1">
            <a:gsLst>
              <a:gs pos="0">
                <a:srgbClr val="B48C50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iamond 15"/>
          <p:cNvSpPr/>
          <p:nvPr/>
        </p:nvSpPr>
        <p:spPr>
          <a:xfrm>
            <a:off x="1645920" y="3977640"/>
            <a:ext cx="365760" cy="365760"/>
          </a:xfrm>
          <a:prstGeom prst="diamond">
            <a:avLst/>
          </a:prstGeom>
          <a:gradFill rotWithShape="1">
            <a:gsLst>
              <a:gs pos="0">
                <a:srgbClr val="FFD700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iamond 16"/>
          <p:cNvSpPr/>
          <p:nvPr/>
        </p:nvSpPr>
        <p:spPr>
          <a:xfrm>
            <a:off x="6377940" y="1577340"/>
            <a:ext cx="411480" cy="411480"/>
          </a:xfrm>
          <a:prstGeom prst="diamond">
            <a:avLst/>
          </a:prstGeom>
          <a:gradFill rotWithShape="1">
            <a:gsLst>
              <a:gs pos="0">
                <a:srgbClr val="FFD54F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6972300" y="4183380"/>
            <a:ext cx="320040" cy="320040"/>
          </a:xfrm>
          <a:prstGeom prst="diamond">
            <a:avLst/>
          </a:prstGeom>
          <a:gradFill rotWithShape="1">
            <a:gsLst>
              <a:gs pos="0">
                <a:srgbClr val="E1BEE7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iamond 18"/>
          <p:cNvSpPr/>
          <p:nvPr/>
        </p:nvSpPr>
        <p:spPr>
          <a:xfrm>
            <a:off x="2674620" y="5006340"/>
            <a:ext cx="502920" cy="502920"/>
          </a:xfrm>
          <a:prstGeom prst="diamond">
            <a:avLst/>
          </a:prstGeom>
          <a:gradFill rotWithShape="1">
            <a:gsLst>
              <a:gs pos="0">
                <a:srgbClr val="B48C50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iamond 19"/>
          <p:cNvSpPr/>
          <p:nvPr/>
        </p:nvSpPr>
        <p:spPr>
          <a:xfrm>
            <a:off x="5760720" y="5257800"/>
            <a:ext cx="365760" cy="365760"/>
          </a:xfrm>
          <a:prstGeom prst="diamond">
            <a:avLst/>
          </a:prstGeom>
          <a:gradFill rotWithShape="1">
            <a:gsLst>
              <a:gs pos="0">
                <a:srgbClr val="FFD700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1874520" y="3017520"/>
            <a:ext cx="274320" cy="274320"/>
          </a:xfrm>
          <a:prstGeom prst="diamond">
            <a:avLst/>
          </a:prstGeom>
          <a:gradFill rotWithShape="1">
            <a:gsLst>
              <a:gs pos="0">
                <a:srgbClr val="FFD54F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iamond 21"/>
          <p:cNvSpPr/>
          <p:nvPr/>
        </p:nvSpPr>
        <p:spPr>
          <a:xfrm>
            <a:off x="7155180" y="2811780"/>
            <a:ext cx="320040" cy="320040"/>
          </a:xfrm>
          <a:prstGeom prst="diamond">
            <a:avLst/>
          </a:prstGeom>
          <a:gradFill rotWithShape="1">
            <a:gsLst>
              <a:gs pos="0">
                <a:srgbClr val="E1BEE7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iamond 22"/>
          <p:cNvSpPr/>
          <p:nvPr/>
        </p:nvSpPr>
        <p:spPr>
          <a:xfrm>
            <a:off x="3520440" y="1463040"/>
            <a:ext cx="274320" cy="274320"/>
          </a:xfrm>
          <a:prstGeom prst="diamond">
            <a:avLst/>
          </a:prstGeom>
          <a:gradFill rotWithShape="1">
            <a:gsLst>
              <a:gs pos="0">
                <a:srgbClr val="FFD700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iamond 23"/>
          <p:cNvSpPr/>
          <p:nvPr/>
        </p:nvSpPr>
        <p:spPr>
          <a:xfrm>
            <a:off x="6103620" y="2583180"/>
            <a:ext cx="228600" cy="228600"/>
          </a:xfrm>
          <a:prstGeom prst="diamond">
            <a:avLst/>
          </a:prstGeom>
          <a:gradFill rotWithShape="1">
            <a:gsLst>
              <a:gs pos="0">
                <a:srgbClr val="B48C50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iamond 24"/>
          <p:cNvSpPr/>
          <p:nvPr/>
        </p:nvSpPr>
        <p:spPr>
          <a:xfrm>
            <a:off x="3931920" y="5532120"/>
            <a:ext cx="365760" cy="365760"/>
          </a:xfrm>
          <a:prstGeom prst="diamond">
            <a:avLst/>
          </a:prstGeom>
          <a:gradFill rotWithShape="1">
            <a:gsLst>
              <a:gs pos="0">
                <a:srgbClr val="FFD54F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iamond 25"/>
          <p:cNvSpPr/>
          <p:nvPr/>
        </p:nvSpPr>
        <p:spPr>
          <a:xfrm>
            <a:off x="5143500" y="1257300"/>
            <a:ext cx="320040" cy="320040"/>
          </a:xfrm>
          <a:prstGeom prst="diamond">
            <a:avLst/>
          </a:prstGeom>
          <a:gradFill rotWithShape="1">
            <a:gsLst>
              <a:gs pos="0">
                <a:srgbClr val="E1BEE7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iamond 26"/>
          <p:cNvSpPr/>
          <p:nvPr/>
        </p:nvSpPr>
        <p:spPr>
          <a:xfrm>
            <a:off x="3108960" y="1965960"/>
            <a:ext cx="2926080" cy="2926080"/>
          </a:xfrm>
          <a:prstGeom prst="diamond">
            <a:avLst/>
          </a:prstGeom>
          <a:gradFill rotWithShape="1">
            <a:gsLst>
              <a:gs pos="0">
                <a:srgbClr val="C9A96E"/>
              </a:gs>
              <a:gs pos="100000">
                <a:srgbClr val="B48C50"/>
              </a:gs>
            </a:gsLst>
            <a:lin scaled="0"/>
          </a:gradFill>
          <a:ln w="25400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iamond 27"/>
          <p:cNvSpPr/>
          <p:nvPr/>
        </p:nvSpPr>
        <p:spPr>
          <a:xfrm>
            <a:off x="3474720" y="2331720"/>
            <a:ext cx="2194560" cy="2194560"/>
          </a:xfrm>
          <a:prstGeom prst="diamond">
            <a:avLst/>
          </a:prstGeom>
          <a:gradFill rotWithShape="1">
            <a:gsLst>
              <a:gs pos="0">
                <a:srgbClr val="E1BEE7"/>
              </a:gs>
              <a:gs pos="100000">
                <a:srgbClr val="C9A96E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0" y="30632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钻石揭示封面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52578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E93D8"/>
                </a:solidFill>
                <a:latin typeface="Microsoft YaHei"/>
              </a:defRPr>
            </a:pPr>
            <a:r>
              <a:t>Diamond Reveal Cover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0" y="5806440"/>
            <a:ext cx="2743200" cy="36576"/>
          </a:xfrm>
          <a:prstGeom prst="rect">
            <a:avLst/>
          </a:prstGeom>
          <a:gradFill rotWithShape="1">
            <a:gsLst>
              <a:gs pos="0">
                <a:srgbClr val="C9A96E"/>
              </a:gs>
              <a:gs pos="100000">
                <a:srgbClr val="FFD54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400</p:duration>
                  <p:tgtEl>
                    <p:spTgt spid="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500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50"/>
                  </p:stCondLst>
                  <p:duration>500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500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50"/>
                  </p:stCondLst>
                  <p:duration>500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00"/>
                  </p:stCondLst>
                  <p:duration>500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50"/>
                  </p:stCondLst>
                  <p:duration>500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500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50"/>
                  </p:stCondLst>
                  <p:duration>500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500</p:duration>
                  <p:tgtEl>
                    <p:spTgt spid="1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50"/>
                  </p:stCondLst>
                  <p:duration>500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500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50"/>
                  </p:stCondLst>
                  <p:duration>500</p:duration>
                  <p:tgtEl>
                    <p:spTgt spid="1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200"/>
                  </p:stCondLst>
                  <p:duration>500</p:duration>
                  <p:tgtEl>
                    <p:spTgt spid="15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280"/>
                  </p:stCondLst>
                  <p:duration>500</p:duration>
                  <p:tgtEl>
                    <p:spTgt spid="16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360"/>
                  </p:stCondLst>
                  <p:duration>500</p:duration>
                  <p:tgtEl>
                    <p:spTgt spid="17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440"/>
                  </p:stCondLst>
                  <p:duration>500</p:duration>
                  <p:tgtEl>
                    <p:spTgt spid="18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520"/>
                  </p:stCondLst>
                  <p:duration>500</p:duration>
                  <p:tgtEl>
                    <p:spTgt spid="19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600"/>
                  </p:stCondLst>
                  <p:duration>500</p:duration>
                  <p:tgtEl>
                    <p:spTgt spid="20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680"/>
                  </p:stCondLst>
                  <p:duration>500</p:duration>
                  <p:tgtEl>
                    <p:spTgt spid="21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760"/>
                  </p:stCondLst>
                  <p:duration>500</p:duration>
                  <p:tgtEl>
                    <p:spTgt spid="22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840"/>
                  </p:stCondLst>
                  <p:duration>500</p:duration>
                  <p:tgtEl>
                    <p:spTgt spid="23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920"/>
                  </p:stCondLst>
                  <p:duration>500</p:duration>
                  <p:tgtEl>
                    <p:spTgt spid="24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1000"/>
                  </p:stCondLst>
                  <p:duration>500</p:duration>
                  <p:tgtEl>
                    <p:spTgt spid="25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1080"/>
                  </p:stCondLst>
                  <p:duration>500</p:duration>
                  <p:tgtEl>
                    <p:spTgt spid="26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800"/>
                  </p:stCondLst>
                  <p:duration>900</p:duration>
                  <p:tgtEl>
                    <p:spTgt spid="27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200"/>
                  </p:stCondLst>
                  <p:duration>600</p:duration>
                  <p:tgtEl>
                    <p:spTgt spid="2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400"/>
                  </p:stCondLst>
                  <p:duration>700</p:duration>
                  <p:tgtEl>
                    <p:spTgt spid="2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600"/>
                  </p:stCondLst>
                  <p:duration>700</p:duration>
                  <p:tgtEl>
                    <p:spTgt spid="3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800"/>
                  </p:stCondLst>
                  <p:duration>500</p:duration>
                  <p:tgtEl>
                    <p:spTgt spid="31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